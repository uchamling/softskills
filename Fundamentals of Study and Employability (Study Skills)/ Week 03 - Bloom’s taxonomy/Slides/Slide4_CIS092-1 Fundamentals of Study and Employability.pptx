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9" r:id="rId24"/>
    <p:sldId id="278" r:id="rId25"/>
    <p:sldId id="279" r:id="rId26"/>
    <p:sldId id="280" r:id="rId27"/>
    <p:sldId id="281" r:id="rId28"/>
    <p:sldId id="282" r:id="rId29"/>
    <p:sldId id="300" r:id="rId30"/>
    <p:sldId id="283" r:id="rId31"/>
    <p:sldId id="284" r:id="rId32"/>
    <p:sldId id="285" r:id="rId33"/>
    <p:sldId id="301" r:id="rId34"/>
    <p:sldId id="286" r:id="rId35"/>
    <p:sldId id="287" r:id="rId36"/>
    <p:sldId id="304" r:id="rId37"/>
    <p:sldId id="305" r:id="rId38"/>
    <p:sldId id="306" r:id="rId39"/>
    <p:sldId id="288" r:id="rId40"/>
    <p:sldId id="289" r:id="rId41"/>
    <p:sldId id="290" r:id="rId42"/>
    <p:sldId id="291" r:id="rId43"/>
    <p:sldId id="292" r:id="rId44"/>
    <p:sldId id="302" r:id="rId45"/>
    <p:sldId id="303" r:id="rId46"/>
    <p:sldId id="293" r:id="rId47"/>
    <p:sldId id="294" r:id="rId48"/>
    <p:sldId id="295" r:id="rId49"/>
    <p:sldId id="298" r:id="rId50"/>
    <p:sldId id="296" r:id="rId51"/>
    <p:sldId id="297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67E0A-6E67-4F48-B736-EC50539051B0}" v="81" dt="2026-09-24T02:01:20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934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undo redo custSel addSld delSld modSld">
      <pc:chgData name="Rai, Upama" userId="d8ca7f89-5e54-445b-9d24-0c0dc93119ec" providerId="ADAL" clId="{23F3D788-E39F-4307-9F13-A8E13E4C9956}" dt="2026-09-24T02:01:51.601" v="407" actId="6549"/>
      <pc:docMkLst>
        <pc:docMk/>
      </pc:docMkLst>
      <pc:sldChg chg="modSp mod">
        <pc:chgData name="Rai, Upama" userId="d8ca7f89-5e54-445b-9d24-0c0dc93119ec" providerId="ADAL" clId="{23F3D788-E39F-4307-9F13-A8E13E4C9956}" dt="2026-09-20T04:26:29.387" v="1" actId="20577"/>
        <pc:sldMkLst>
          <pc:docMk/>
          <pc:sldMk cId="1059278864" sldId="262"/>
        </pc:sldMkLst>
        <pc:graphicFrameChg chg="mod modGraphic">
          <ac:chgData name="Rai, Upama" userId="d8ca7f89-5e54-445b-9d24-0c0dc93119ec" providerId="ADAL" clId="{23F3D788-E39F-4307-9F13-A8E13E4C9956}" dt="2026-09-20T04:26:29.387" v="1" actId="20577"/>
          <ac:graphicFrameMkLst>
            <pc:docMk/>
            <pc:sldMk cId="1059278864" sldId="262"/>
            <ac:graphicFrameMk id="4" creationId="{6FEEE77C-7ABA-6B74-3230-733A1F113B8A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26:42.022" v="2" actId="1076"/>
        <pc:sldMkLst>
          <pc:docMk/>
          <pc:sldMk cId="4033276186" sldId="263"/>
        </pc:sldMkLst>
        <pc:graphicFrameChg chg="mod">
          <ac:chgData name="Rai, Upama" userId="d8ca7f89-5e54-445b-9d24-0c0dc93119ec" providerId="ADAL" clId="{23F3D788-E39F-4307-9F13-A8E13E4C9956}" dt="2026-09-20T04:26:42.022" v="2" actId="1076"/>
          <ac:graphicFrameMkLst>
            <pc:docMk/>
            <pc:sldMk cId="4033276186" sldId="263"/>
            <ac:graphicFrameMk id="6" creationId="{E5ADE7B3-F507-4E07-7D68-96E813326494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26:53.874" v="3" actId="1076"/>
        <pc:sldMkLst>
          <pc:docMk/>
          <pc:sldMk cId="2551036236" sldId="264"/>
        </pc:sldMkLst>
        <pc:graphicFrameChg chg="mod">
          <ac:chgData name="Rai, Upama" userId="d8ca7f89-5e54-445b-9d24-0c0dc93119ec" providerId="ADAL" clId="{23F3D788-E39F-4307-9F13-A8E13E4C9956}" dt="2026-09-20T04:26:53.874" v="3" actId="1076"/>
          <ac:graphicFrameMkLst>
            <pc:docMk/>
            <pc:sldMk cId="2551036236" sldId="264"/>
            <ac:graphicFrameMk id="4" creationId="{E2FDD6BE-CC75-6DB3-BA10-2EEFDEBB9A6C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27:00.611" v="4" actId="1076"/>
        <pc:sldMkLst>
          <pc:docMk/>
          <pc:sldMk cId="579010170" sldId="265"/>
        </pc:sldMkLst>
        <pc:graphicFrameChg chg="mod">
          <ac:chgData name="Rai, Upama" userId="d8ca7f89-5e54-445b-9d24-0c0dc93119ec" providerId="ADAL" clId="{23F3D788-E39F-4307-9F13-A8E13E4C9956}" dt="2026-09-20T04:27:00.611" v="4" actId="1076"/>
          <ac:graphicFrameMkLst>
            <pc:docMk/>
            <pc:sldMk cId="579010170" sldId="265"/>
            <ac:graphicFrameMk id="4" creationId="{19FAEF5C-483A-FA9B-71B7-11C2E9B4B54B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31:22.557" v="164" actId="255"/>
        <pc:sldMkLst>
          <pc:docMk/>
          <pc:sldMk cId="3829518854" sldId="266"/>
        </pc:sldMkLst>
        <pc:graphicFrameChg chg="mod modGraphic">
          <ac:chgData name="Rai, Upama" userId="d8ca7f89-5e54-445b-9d24-0c0dc93119ec" providerId="ADAL" clId="{23F3D788-E39F-4307-9F13-A8E13E4C9956}" dt="2026-09-24T01:31:22.557" v="164" actId="255"/>
          <ac:graphicFrameMkLst>
            <pc:docMk/>
            <pc:sldMk cId="3829518854" sldId="266"/>
            <ac:graphicFrameMk id="5" creationId="{4EE9A191-CBD5-D689-B72C-C458F35D2D3C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29:29.156" v="142"/>
        <pc:sldMkLst>
          <pc:docMk/>
          <pc:sldMk cId="1163428619" sldId="267"/>
        </pc:sldMkLst>
        <pc:graphicFrameChg chg="mod">
          <ac:chgData name="Rai, Upama" userId="d8ca7f89-5e54-445b-9d24-0c0dc93119ec" providerId="ADAL" clId="{23F3D788-E39F-4307-9F13-A8E13E4C9956}" dt="2026-09-24T01:29:29.156" v="142"/>
          <ac:graphicFrameMkLst>
            <pc:docMk/>
            <pc:sldMk cId="1163428619" sldId="267"/>
            <ac:graphicFrameMk id="4" creationId="{9C902830-9D52-07DB-3DA0-25B45212BEEC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33:32.331" v="177" actId="1076"/>
        <pc:sldMkLst>
          <pc:docMk/>
          <pc:sldMk cId="3643791626" sldId="268"/>
        </pc:sldMkLst>
        <pc:spChg chg="mod">
          <ac:chgData name="Rai, Upama" userId="d8ca7f89-5e54-445b-9d24-0c0dc93119ec" providerId="ADAL" clId="{23F3D788-E39F-4307-9F13-A8E13E4C9956}" dt="2026-09-24T01:33:29.203" v="176" actId="1076"/>
          <ac:spMkLst>
            <pc:docMk/>
            <pc:sldMk cId="3643791626" sldId="268"/>
            <ac:spMk id="2" creationId="{FC9813C7-E00D-90CF-5330-E12CCD4EBB6A}"/>
          </ac:spMkLst>
        </pc:spChg>
        <pc:graphicFrameChg chg="mod modGraphic">
          <ac:chgData name="Rai, Upama" userId="d8ca7f89-5e54-445b-9d24-0c0dc93119ec" providerId="ADAL" clId="{23F3D788-E39F-4307-9F13-A8E13E4C9956}" dt="2026-09-24T01:33:32.331" v="177" actId="1076"/>
          <ac:graphicFrameMkLst>
            <pc:docMk/>
            <pc:sldMk cId="3643791626" sldId="268"/>
            <ac:graphicFrameMk id="4" creationId="{55B5ABD5-05A4-E4FB-ADB1-4DA11AAA0383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28:52.141" v="8" actId="1076"/>
        <pc:sldMkLst>
          <pc:docMk/>
          <pc:sldMk cId="1667634410" sldId="269"/>
        </pc:sldMkLst>
        <pc:graphicFrameChg chg="mod">
          <ac:chgData name="Rai, Upama" userId="d8ca7f89-5e54-445b-9d24-0c0dc93119ec" providerId="ADAL" clId="{23F3D788-E39F-4307-9F13-A8E13E4C9956}" dt="2026-09-20T04:28:52.141" v="8" actId="1076"/>
          <ac:graphicFrameMkLst>
            <pc:docMk/>
            <pc:sldMk cId="1667634410" sldId="269"/>
            <ac:graphicFrameMk id="4" creationId="{F86B57BC-0DD2-10D3-B597-2133298DB344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29:01.338" v="9" actId="1076"/>
        <pc:sldMkLst>
          <pc:docMk/>
          <pc:sldMk cId="3620252720" sldId="270"/>
        </pc:sldMkLst>
        <pc:graphicFrameChg chg="mod">
          <ac:chgData name="Rai, Upama" userId="d8ca7f89-5e54-445b-9d24-0c0dc93119ec" providerId="ADAL" clId="{23F3D788-E39F-4307-9F13-A8E13E4C9956}" dt="2026-09-20T04:29:01.338" v="9" actId="1076"/>
          <ac:graphicFrameMkLst>
            <pc:docMk/>
            <pc:sldMk cId="3620252720" sldId="270"/>
            <ac:graphicFrameMk id="4" creationId="{C85D4529-5645-EA63-1243-9EC573B3C6FF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29:25.711" v="11" actId="113"/>
        <pc:sldMkLst>
          <pc:docMk/>
          <pc:sldMk cId="2138810505" sldId="271"/>
        </pc:sldMkLst>
        <pc:graphicFrameChg chg="mod modGraphic">
          <ac:chgData name="Rai, Upama" userId="d8ca7f89-5e54-445b-9d24-0c0dc93119ec" providerId="ADAL" clId="{23F3D788-E39F-4307-9F13-A8E13E4C9956}" dt="2026-09-20T04:29:25.711" v="11" actId="113"/>
          <ac:graphicFrameMkLst>
            <pc:docMk/>
            <pc:sldMk cId="2138810505" sldId="271"/>
            <ac:graphicFrameMk id="4" creationId="{7D095EBD-020F-D9D0-68FE-E483577BC834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36:45.680" v="209" actId="21"/>
        <pc:sldMkLst>
          <pc:docMk/>
          <pc:sldMk cId="1699995991" sldId="272"/>
        </pc:sldMkLst>
        <pc:spChg chg="mod">
          <ac:chgData name="Rai, Upama" userId="d8ca7f89-5e54-445b-9d24-0c0dc93119ec" providerId="ADAL" clId="{23F3D788-E39F-4307-9F13-A8E13E4C9956}" dt="2026-09-24T01:35:41.479" v="199" actId="1076"/>
          <ac:spMkLst>
            <pc:docMk/>
            <pc:sldMk cId="1699995991" sldId="272"/>
            <ac:spMk id="2" creationId="{7E3A0E81-C662-75D6-5F20-DB2CC5462076}"/>
          </ac:spMkLst>
        </pc:spChg>
        <pc:graphicFrameChg chg="mod modGraphic">
          <ac:chgData name="Rai, Upama" userId="d8ca7f89-5e54-445b-9d24-0c0dc93119ec" providerId="ADAL" clId="{23F3D788-E39F-4307-9F13-A8E13E4C9956}" dt="2026-09-24T01:36:45.680" v="209" actId="21"/>
          <ac:graphicFrameMkLst>
            <pc:docMk/>
            <pc:sldMk cId="1699995991" sldId="272"/>
            <ac:graphicFrameMk id="4" creationId="{F6E8C198-47AF-5AB3-0185-D338EDDD5E8B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37:38.991" v="225" actId="20577"/>
        <pc:sldMkLst>
          <pc:docMk/>
          <pc:sldMk cId="2710773002" sldId="273"/>
        </pc:sldMkLst>
        <pc:spChg chg="mod">
          <ac:chgData name="Rai, Upama" userId="d8ca7f89-5e54-445b-9d24-0c0dc93119ec" providerId="ADAL" clId="{23F3D788-E39F-4307-9F13-A8E13E4C9956}" dt="2026-09-24T01:37:06.529" v="216" actId="1076"/>
          <ac:spMkLst>
            <pc:docMk/>
            <pc:sldMk cId="2710773002" sldId="273"/>
            <ac:spMk id="2" creationId="{FE4D802E-C8DA-0F93-E699-B6F7F4753A25}"/>
          </ac:spMkLst>
        </pc:spChg>
        <pc:graphicFrameChg chg="mod modGraphic">
          <ac:chgData name="Rai, Upama" userId="d8ca7f89-5e54-445b-9d24-0c0dc93119ec" providerId="ADAL" clId="{23F3D788-E39F-4307-9F13-A8E13E4C9956}" dt="2026-09-24T01:37:08.816" v="217" actId="1076"/>
          <ac:graphicFrameMkLst>
            <pc:docMk/>
            <pc:sldMk cId="2710773002" sldId="273"/>
            <ac:graphicFrameMk id="4" creationId="{7C80137B-E2B2-6AC3-1712-82546CD8EE01}"/>
          </ac:graphicFrameMkLst>
        </pc:graphicFrameChg>
        <pc:graphicFrameChg chg="mod modGraphic">
          <ac:chgData name="Rai, Upama" userId="d8ca7f89-5e54-445b-9d24-0c0dc93119ec" providerId="ADAL" clId="{23F3D788-E39F-4307-9F13-A8E13E4C9956}" dt="2026-09-24T01:37:38.991" v="225" actId="20577"/>
          <ac:graphicFrameMkLst>
            <pc:docMk/>
            <pc:sldMk cId="2710773002" sldId="273"/>
            <ac:graphicFrameMk id="5" creationId="{0777CCDC-8189-541A-377C-854731A409BF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30:13.416" v="18" actId="20577"/>
        <pc:sldMkLst>
          <pc:docMk/>
          <pc:sldMk cId="1603426544" sldId="274"/>
        </pc:sldMkLst>
        <pc:graphicFrameChg chg="mod modGraphic">
          <ac:chgData name="Rai, Upama" userId="d8ca7f89-5e54-445b-9d24-0c0dc93119ec" providerId="ADAL" clId="{23F3D788-E39F-4307-9F13-A8E13E4C9956}" dt="2026-09-20T04:30:13.416" v="18" actId="20577"/>
          <ac:graphicFrameMkLst>
            <pc:docMk/>
            <pc:sldMk cId="1603426544" sldId="274"/>
            <ac:graphicFrameMk id="4" creationId="{03AEA5F6-F387-D72F-FEAD-ABCDF5185884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0:01.663" v="244" actId="20577"/>
        <pc:sldMkLst>
          <pc:docMk/>
          <pc:sldMk cId="2630233501" sldId="275"/>
        </pc:sldMkLst>
        <pc:spChg chg="mod">
          <ac:chgData name="Rai, Upama" userId="d8ca7f89-5e54-445b-9d24-0c0dc93119ec" providerId="ADAL" clId="{23F3D788-E39F-4307-9F13-A8E13E4C9956}" dt="2026-09-24T01:39:31.937" v="239" actId="1076"/>
          <ac:spMkLst>
            <pc:docMk/>
            <pc:sldMk cId="2630233501" sldId="275"/>
            <ac:spMk id="2" creationId="{1D348309-4626-2EA9-3928-196CA143EFDD}"/>
          </ac:spMkLst>
        </pc:spChg>
        <pc:graphicFrameChg chg="mod modGraphic">
          <ac:chgData name="Rai, Upama" userId="d8ca7f89-5e54-445b-9d24-0c0dc93119ec" providerId="ADAL" clId="{23F3D788-E39F-4307-9F13-A8E13E4C9956}" dt="2026-09-24T01:40:01.663" v="244" actId="20577"/>
          <ac:graphicFrameMkLst>
            <pc:docMk/>
            <pc:sldMk cId="2630233501" sldId="275"/>
            <ac:graphicFrameMk id="4" creationId="{37901884-5969-0681-4736-663968B7443C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2:00.709" v="261" actId="20577"/>
        <pc:sldMkLst>
          <pc:docMk/>
          <pc:sldMk cId="3190899051" sldId="276"/>
        </pc:sldMkLst>
        <pc:spChg chg="mod">
          <ac:chgData name="Rai, Upama" userId="d8ca7f89-5e54-445b-9d24-0c0dc93119ec" providerId="ADAL" clId="{23F3D788-E39F-4307-9F13-A8E13E4C9956}" dt="2026-09-24T01:40:59.087" v="245" actId="1076"/>
          <ac:spMkLst>
            <pc:docMk/>
            <pc:sldMk cId="3190899051" sldId="276"/>
            <ac:spMk id="2" creationId="{2FC52BA1-B003-6FAC-618C-957BCEBBB41E}"/>
          </ac:spMkLst>
        </pc:spChg>
        <pc:graphicFrameChg chg="mod modGraphic">
          <ac:chgData name="Rai, Upama" userId="d8ca7f89-5e54-445b-9d24-0c0dc93119ec" providerId="ADAL" clId="{23F3D788-E39F-4307-9F13-A8E13E4C9956}" dt="2026-09-24T01:42:00.709" v="261" actId="20577"/>
          <ac:graphicFrameMkLst>
            <pc:docMk/>
            <pc:sldMk cId="3190899051" sldId="276"/>
            <ac:graphicFrameMk id="4" creationId="{9DF0187C-430A-4565-F190-38642C33236C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2:44.885" v="262" actId="21"/>
        <pc:sldMkLst>
          <pc:docMk/>
          <pc:sldMk cId="1095100688" sldId="277"/>
        </pc:sldMkLst>
        <pc:graphicFrameChg chg="mod">
          <ac:chgData name="Rai, Upama" userId="d8ca7f89-5e54-445b-9d24-0c0dc93119ec" providerId="ADAL" clId="{23F3D788-E39F-4307-9F13-A8E13E4C9956}" dt="2026-09-24T01:42:44.885" v="262" actId="21"/>
          <ac:graphicFrameMkLst>
            <pc:docMk/>
            <pc:sldMk cId="1095100688" sldId="277"/>
            <ac:graphicFrameMk id="4" creationId="{2B38DBBC-19CF-602A-4414-D36093FB3793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30:40.636" v="22" actId="1076"/>
        <pc:sldMkLst>
          <pc:docMk/>
          <pc:sldMk cId="2232275954" sldId="278"/>
        </pc:sldMkLst>
        <pc:graphicFrameChg chg="mod">
          <ac:chgData name="Rai, Upama" userId="d8ca7f89-5e54-445b-9d24-0c0dc93119ec" providerId="ADAL" clId="{23F3D788-E39F-4307-9F13-A8E13E4C9956}" dt="2026-09-20T04:30:40.636" v="22" actId="1076"/>
          <ac:graphicFrameMkLst>
            <pc:docMk/>
            <pc:sldMk cId="2232275954" sldId="278"/>
            <ac:graphicFrameMk id="4" creationId="{37BE6305-6B8E-4D34-174D-7D726FFB6B53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4:30:47.239" v="23" actId="1076"/>
        <pc:sldMkLst>
          <pc:docMk/>
          <pc:sldMk cId="4124813056" sldId="279"/>
        </pc:sldMkLst>
        <pc:graphicFrameChg chg="mod">
          <ac:chgData name="Rai, Upama" userId="d8ca7f89-5e54-445b-9d24-0c0dc93119ec" providerId="ADAL" clId="{23F3D788-E39F-4307-9F13-A8E13E4C9956}" dt="2026-09-20T04:30:47.239" v="23" actId="1076"/>
          <ac:graphicFrameMkLst>
            <pc:docMk/>
            <pc:sldMk cId="4124813056" sldId="279"/>
            <ac:graphicFrameMk id="6" creationId="{8D72C814-2F4B-94F9-F8A8-C183B587B550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5:01.950" v="278" actId="1076"/>
        <pc:sldMkLst>
          <pc:docMk/>
          <pc:sldMk cId="3084743715" sldId="280"/>
        </pc:sldMkLst>
        <pc:spChg chg="mod">
          <ac:chgData name="Rai, Upama" userId="d8ca7f89-5e54-445b-9d24-0c0dc93119ec" providerId="ADAL" clId="{23F3D788-E39F-4307-9F13-A8E13E4C9956}" dt="2026-09-24T01:44:56.799" v="275" actId="1076"/>
          <ac:spMkLst>
            <pc:docMk/>
            <pc:sldMk cId="3084743715" sldId="280"/>
            <ac:spMk id="2" creationId="{6EF42A9D-4291-9FC4-080C-B43F2CD7821F}"/>
          </ac:spMkLst>
        </pc:spChg>
        <pc:graphicFrameChg chg="mod modGraphic">
          <ac:chgData name="Rai, Upama" userId="d8ca7f89-5e54-445b-9d24-0c0dc93119ec" providerId="ADAL" clId="{23F3D788-E39F-4307-9F13-A8E13E4C9956}" dt="2026-09-24T01:45:01.950" v="278" actId="1076"/>
          <ac:graphicFrameMkLst>
            <pc:docMk/>
            <pc:sldMk cId="3084743715" sldId="280"/>
            <ac:graphicFrameMk id="4" creationId="{D53DAF37-077F-41E1-3E56-0FC31DCCC1F0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5:22.017" v="283" actId="20577"/>
        <pc:sldMkLst>
          <pc:docMk/>
          <pc:sldMk cId="636822760" sldId="281"/>
        </pc:sldMkLst>
        <pc:spChg chg="mod">
          <ac:chgData name="Rai, Upama" userId="d8ca7f89-5e54-445b-9d24-0c0dc93119ec" providerId="ADAL" clId="{23F3D788-E39F-4307-9F13-A8E13E4C9956}" dt="2026-09-24T01:45:15.327" v="281" actId="1076"/>
          <ac:spMkLst>
            <pc:docMk/>
            <pc:sldMk cId="636822760" sldId="281"/>
            <ac:spMk id="2" creationId="{3967A831-E55C-2C39-2F4E-110623891B7B}"/>
          </ac:spMkLst>
        </pc:spChg>
        <pc:graphicFrameChg chg="mod modGraphic">
          <ac:chgData name="Rai, Upama" userId="d8ca7f89-5e54-445b-9d24-0c0dc93119ec" providerId="ADAL" clId="{23F3D788-E39F-4307-9F13-A8E13E4C9956}" dt="2026-09-24T01:45:22.017" v="283" actId="20577"/>
          <ac:graphicFrameMkLst>
            <pc:docMk/>
            <pc:sldMk cId="636822760" sldId="281"/>
            <ac:graphicFrameMk id="4" creationId="{0E53C45D-9C86-D2D2-A0EB-B7CED5F6C673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6:31.894" v="300" actId="1076"/>
        <pc:sldMkLst>
          <pc:docMk/>
          <pc:sldMk cId="515530041" sldId="282"/>
        </pc:sldMkLst>
        <pc:spChg chg="mod">
          <ac:chgData name="Rai, Upama" userId="d8ca7f89-5e54-445b-9d24-0c0dc93119ec" providerId="ADAL" clId="{23F3D788-E39F-4307-9F13-A8E13E4C9956}" dt="2026-09-24T01:46:29.783" v="299" actId="1076"/>
          <ac:spMkLst>
            <pc:docMk/>
            <pc:sldMk cId="515530041" sldId="282"/>
            <ac:spMk id="2" creationId="{01155832-18DB-EA4C-7E89-6EDF9DFCA549}"/>
          </ac:spMkLst>
        </pc:spChg>
        <pc:graphicFrameChg chg="mod modGraphic">
          <ac:chgData name="Rai, Upama" userId="d8ca7f89-5e54-445b-9d24-0c0dc93119ec" providerId="ADAL" clId="{23F3D788-E39F-4307-9F13-A8E13E4C9956}" dt="2026-09-24T01:46:31.894" v="300" actId="1076"/>
          <ac:graphicFrameMkLst>
            <pc:docMk/>
            <pc:sldMk cId="515530041" sldId="282"/>
            <ac:graphicFrameMk id="4" creationId="{66B45029-FE8B-B175-1477-3EDC2ADED657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0:23.606" v="36" actId="255"/>
        <pc:sldMkLst>
          <pc:docMk/>
          <pc:sldMk cId="3786130087" sldId="283"/>
        </pc:sldMkLst>
        <pc:graphicFrameChg chg="mod modGraphic">
          <ac:chgData name="Rai, Upama" userId="d8ca7f89-5e54-445b-9d24-0c0dc93119ec" providerId="ADAL" clId="{23F3D788-E39F-4307-9F13-A8E13E4C9956}" dt="2026-09-20T05:10:23.606" v="36" actId="255"/>
          <ac:graphicFrameMkLst>
            <pc:docMk/>
            <pc:sldMk cId="3786130087" sldId="283"/>
            <ac:graphicFrameMk id="4" creationId="{E163BBD2-814A-F47B-0164-F2CF1A027B2E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2:27.463" v="67" actId="2710"/>
        <pc:sldMkLst>
          <pc:docMk/>
          <pc:sldMk cId="2908907140" sldId="284"/>
        </pc:sldMkLst>
        <pc:graphicFrameChg chg="mod modGraphic">
          <ac:chgData name="Rai, Upama" userId="d8ca7f89-5e54-445b-9d24-0c0dc93119ec" providerId="ADAL" clId="{23F3D788-E39F-4307-9F13-A8E13E4C9956}" dt="2026-09-20T05:12:27.463" v="67" actId="2710"/>
          <ac:graphicFrameMkLst>
            <pc:docMk/>
            <pc:sldMk cId="2908907140" sldId="284"/>
            <ac:graphicFrameMk id="4" creationId="{D875D537-0BD1-0994-CA74-8FF18D9B5436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49:06.275" v="318" actId="255"/>
        <pc:sldMkLst>
          <pc:docMk/>
          <pc:sldMk cId="355596884" sldId="285"/>
        </pc:sldMkLst>
        <pc:graphicFrameChg chg="mod modGraphic">
          <ac:chgData name="Rai, Upama" userId="d8ca7f89-5e54-445b-9d24-0c0dc93119ec" providerId="ADAL" clId="{23F3D788-E39F-4307-9F13-A8E13E4C9956}" dt="2026-09-24T01:49:06.275" v="318" actId="255"/>
          <ac:graphicFrameMkLst>
            <pc:docMk/>
            <pc:sldMk cId="355596884" sldId="285"/>
            <ac:graphicFrameMk id="4" creationId="{9C845536-93D2-63C9-F2BD-DA7C64B4C14B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51:56.609" v="332"/>
        <pc:sldMkLst>
          <pc:docMk/>
          <pc:sldMk cId="2109061227" sldId="286"/>
        </pc:sldMkLst>
        <pc:graphicFrameChg chg="mod modGraphic">
          <ac:chgData name="Rai, Upama" userId="d8ca7f89-5e54-445b-9d24-0c0dc93119ec" providerId="ADAL" clId="{23F3D788-E39F-4307-9F13-A8E13E4C9956}" dt="2026-09-24T01:51:56.609" v="332"/>
          <ac:graphicFrameMkLst>
            <pc:docMk/>
            <pc:sldMk cId="2109061227" sldId="286"/>
            <ac:graphicFrameMk id="4" creationId="{3411D7C5-DF5B-6F04-7B4F-AC49E83852C9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2:01:51.601" v="407" actId="6549"/>
        <pc:sldMkLst>
          <pc:docMk/>
          <pc:sldMk cId="2104031845" sldId="287"/>
        </pc:sldMkLst>
        <pc:spChg chg="mod">
          <ac:chgData name="Rai, Upama" userId="d8ca7f89-5e54-445b-9d24-0c0dc93119ec" providerId="ADAL" clId="{23F3D788-E39F-4307-9F13-A8E13E4C9956}" dt="2026-09-24T02:01:51.601" v="407" actId="6549"/>
          <ac:spMkLst>
            <pc:docMk/>
            <pc:sldMk cId="2104031845" sldId="287"/>
            <ac:spMk id="5" creationId="{0A508758-F79F-D314-9210-FB22F85B6791}"/>
          </ac:spMkLst>
        </pc:spChg>
        <pc:graphicFrameChg chg="modGraphic">
          <ac:chgData name="Rai, Upama" userId="d8ca7f89-5e54-445b-9d24-0c0dc93119ec" providerId="ADAL" clId="{23F3D788-E39F-4307-9F13-A8E13E4C9956}" dt="2026-09-20T05:12:01.262" v="51" actId="14734"/>
          <ac:graphicFrameMkLst>
            <pc:docMk/>
            <pc:sldMk cId="2104031845" sldId="287"/>
            <ac:graphicFrameMk id="4" creationId="{9D3AE3D6-5347-CD17-6EBA-A49D80E443FB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3:36.875" v="79" actId="5793"/>
        <pc:sldMkLst>
          <pc:docMk/>
          <pc:sldMk cId="3851078828" sldId="288"/>
        </pc:sldMkLst>
        <pc:graphicFrameChg chg="mod modGraphic">
          <ac:chgData name="Rai, Upama" userId="d8ca7f89-5e54-445b-9d24-0c0dc93119ec" providerId="ADAL" clId="{23F3D788-E39F-4307-9F13-A8E13E4C9956}" dt="2026-09-20T05:13:36.875" v="79" actId="5793"/>
          <ac:graphicFrameMkLst>
            <pc:docMk/>
            <pc:sldMk cId="3851078828" sldId="288"/>
            <ac:graphicFrameMk id="4" creationId="{A6CC9FBB-A173-8738-BBDE-E1917198B965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53:12.860" v="343" actId="113"/>
        <pc:sldMkLst>
          <pc:docMk/>
          <pc:sldMk cId="1581990640" sldId="289"/>
        </pc:sldMkLst>
        <pc:spChg chg="mod">
          <ac:chgData name="Rai, Upama" userId="d8ca7f89-5e54-445b-9d24-0c0dc93119ec" providerId="ADAL" clId="{23F3D788-E39F-4307-9F13-A8E13E4C9956}" dt="2026-09-24T01:25:27.912" v="137" actId="1076"/>
          <ac:spMkLst>
            <pc:docMk/>
            <pc:sldMk cId="1581990640" sldId="289"/>
            <ac:spMk id="2" creationId="{6F8E8051-DF7F-47E0-75FC-AAFB546D8114}"/>
          </ac:spMkLst>
        </pc:spChg>
        <pc:graphicFrameChg chg="mod modGraphic">
          <ac:chgData name="Rai, Upama" userId="d8ca7f89-5e54-445b-9d24-0c0dc93119ec" providerId="ADAL" clId="{23F3D788-E39F-4307-9F13-A8E13E4C9956}" dt="2026-09-24T01:53:12.860" v="343" actId="113"/>
          <ac:graphicFrameMkLst>
            <pc:docMk/>
            <pc:sldMk cId="1581990640" sldId="289"/>
            <ac:graphicFrameMk id="4" creationId="{87CB60B5-DD1F-0EBD-33F9-2489462A5E40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4:04.340" v="88" actId="5793"/>
        <pc:sldMkLst>
          <pc:docMk/>
          <pc:sldMk cId="583210849" sldId="290"/>
        </pc:sldMkLst>
        <pc:graphicFrameChg chg="mod modGraphic">
          <ac:chgData name="Rai, Upama" userId="d8ca7f89-5e54-445b-9d24-0c0dc93119ec" providerId="ADAL" clId="{23F3D788-E39F-4307-9F13-A8E13E4C9956}" dt="2026-09-20T05:14:04.340" v="88" actId="5793"/>
          <ac:graphicFrameMkLst>
            <pc:docMk/>
            <pc:sldMk cId="583210849" sldId="290"/>
            <ac:graphicFrameMk id="4" creationId="{1E6A71EF-CFC7-CFC3-2F77-564A30CDA6AC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54:41.403" v="348" actId="255"/>
        <pc:sldMkLst>
          <pc:docMk/>
          <pc:sldMk cId="4031981308" sldId="291"/>
        </pc:sldMkLst>
        <pc:graphicFrameChg chg="mod modGraphic">
          <ac:chgData name="Rai, Upama" userId="d8ca7f89-5e54-445b-9d24-0c0dc93119ec" providerId="ADAL" clId="{23F3D788-E39F-4307-9F13-A8E13E4C9956}" dt="2026-09-24T01:54:41.403" v="348" actId="255"/>
          <ac:graphicFrameMkLst>
            <pc:docMk/>
            <pc:sldMk cId="4031981308" sldId="291"/>
            <ac:graphicFrameMk id="4" creationId="{B4AEF017-35AC-8AA2-0C49-250F4536D395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4T01:55:23.827" v="357"/>
        <pc:sldMkLst>
          <pc:docMk/>
          <pc:sldMk cId="2982668602" sldId="292"/>
        </pc:sldMkLst>
        <pc:spChg chg="mod">
          <ac:chgData name="Rai, Upama" userId="d8ca7f89-5e54-445b-9d24-0c0dc93119ec" providerId="ADAL" clId="{23F3D788-E39F-4307-9F13-A8E13E4C9956}" dt="2026-09-24T01:54:21.855" v="345" actId="1076"/>
          <ac:spMkLst>
            <pc:docMk/>
            <pc:sldMk cId="2982668602" sldId="292"/>
            <ac:spMk id="2" creationId="{7AD93A77-DB38-AFBB-9C14-4B75A1FF5B82}"/>
          </ac:spMkLst>
        </pc:spChg>
        <pc:graphicFrameChg chg="mod modGraphic">
          <ac:chgData name="Rai, Upama" userId="d8ca7f89-5e54-445b-9d24-0c0dc93119ec" providerId="ADAL" clId="{23F3D788-E39F-4307-9F13-A8E13E4C9956}" dt="2026-09-24T01:55:23.827" v="357"/>
          <ac:graphicFrameMkLst>
            <pc:docMk/>
            <pc:sldMk cId="2982668602" sldId="292"/>
            <ac:graphicFrameMk id="4" creationId="{B9D5C2A9-431C-6F95-0AF3-FAB386F2DF57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5:20.888" v="111" actId="1076"/>
        <pc:sldMkLst>
          <pc:docMk/>
          <pc:sldMk cId="301187985" sldId="293"/>
        </pc:sldMkLst>
        <pc:spChg chg="mod">
          <ac:chgData name="Rai, Upama" userId="d8ca7f89-5e54-445b-9d24-0c0dc93119ec" providerId="ADAL" clId="{23F3D788-E39F-4307-9F13-A8E13E4C9956}" dt="2026-09-20T05:15:17.449" v="110" actId="1076"/>
          <ac:spMkLst>
            <pc:docMk/>
            <pc:sldMk cId="301187985" sldId="293"/>
            <ac:spMk id="2" creationId="{01515A1F-3706-ECA0-2AC7-CA11F761A669}"/>
          </ac:spMkLst>
        </pc:spChg>
        <pc:graphicFrameChg chg="mod modGraphic">
          <ac:chgData name="Rai, Upama" userId="d8ca7f89-5e54-445b-9d24-0c0dc93119ec" providerId="ADAL" clId="{23F3D788-E39F-4307-9F13-A8E13E4C9956}" dt="2026-09-20T05:15:20.888" v="111" actId="1076"/>
          <ac:graphicFrameMkLst>
            <pc:docMk/>
            <pc:sldMk cId="301187985" sldId="293"/>
            <ac:graphicFrameMk id="4" creationId="{5FAA6ED5-4266-3D2C-3C58-04057EC44519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5:52.716" v="117" actId="113"/>
        <pc:sldMkLst>
          <pc:docMk/>
          <pc:sldMk cId="3192979525" sldId="294"/>
        </pc:sldMkLst>
        <pc:graphicFrameChg chg="modGraphic">
          <ac:chgData name="Rai, Upama" userId="d8ca7f89-5e54-445b-9d24-0c0dc93119ec" providerId="ADAL" clId="{23F3D788-E39F-4307-9F13-A8E13E4C9956}" dt="2026-09-20T05:15:52.716" v="117" actId="113"/>
          <ac:graphicFrameMkLst>
            <pc:docMk/>
            <pc:sldMk cId="3192979525" sldId="294"/>
            <ac:graphicFrameMk id="5" creationId="{4269D92F-724D-58CB-1BC7-67039D78D2BA}"/>
          </ac:graphicFrameMkLst>
        </pc:graphicFrameChg>
        <pc:graphicFrameChg chg="modGraphic">
          <ac:chgData name="Rai, Upama" userId="d8ca7f89-5e54-445b-9d24-0c0dc93119ec" providerId="ADAL" clId="{23F3D788-E39F-4307-9F13-A8E13E4C9956}" dt="2026-09-20T05:15:44.995" v="115" actId="2710"/>
          <ac:graphicFrameMkLst>
            <pc:docMk/>
            <pc:sldMk cId="3192979525" sldId="294"/>
            <ac:graphicFrameMk id="6" creationId="{611C7611-ECED-0692-747A-FAAC6ACDD162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6:07.406" v="120" actId="1076"/>
        <pc:sldMkLst>
          <pc:docMk/>
          <pc:sldMk cId="1375752075" sldId="295"/>
        </pc:sldMkLst>
        <pc:graphicFrameChg chg="mod modGraphic">
          <ac:chgData name="Rai, Upama" userId="d8ca7f89-5e54-445b-9d24-0c0dc93119ec" providerId="ADAL" clId="{23F3D788-E39F-4307-9F13-A8E13E4C9956}" dt="2026-09-20T05:16:07.406" v="120" actId="1076"/>
          <ac:graphicFrameMkLst>
            <pc:docMk/>
            <pc:sldMk cId="1375752075" sldId="295"/>
            <ac:graphicFrameMk id="5" creationId="{5D404C33-7F2B-5F0A-0980-B169DA6C01A8}"/>
          </ac:graphicFrameMkLst>
        </pc:graphicFrameChg>
      </pc:sldChg>
      <pc:sldChg chg="modSp mod">
        <pc:chgData name="Rai, Upama" userId="d8ca7f89-5e54-445b-9d24-0c0dc93119ec" providerId="ADAL" clId="{23F3D788-E39F-4307-9F13-A8E13E4C9956}" dt="2026-09-20T05:16:28.480" v="124" actId="20577"/>
        <pc:sldMkLst>
          <pc:docMk/>
          <pc:sldMk cId="1330666770" sldId="296"/>
        </pc:sldMkLst>
        <pc:graphicFrameChg chg="mod modGraphic">
          <ac:chgData name="Rai, Upama" userId="d8ca7f89-5e54-445b-9d24-0c0dc93119ec" providerId="ADAL" clId="{23F3D788-E39F-4307-9F13-A8E13E4C9956}" dt="2026-09-20T05:16:28.480" v="124" actId="20577"/>
          <ac:graphicFrameMkLst>
            <pc:docMk/>
            <pc:sldMk cId="1330666770" sldId="296"/>
            <ac:graphicFrameMk id="4" creationId="{E4E95CF0-7FA9-02F3-3869-56EF39E9AB79}"/>
          </ac:graphicFrameMkLst>
        </pc:graphicFrameChg>
      </pc:sldChg>
      <pc:sldChg chg="new">
        <pc:chgData name="Rai, Upama" userId="d8ca7f89-5e54-445b-9d24-0c0dc93119ec" providerId="ADAL" clId="{23F3D788-E39F-4307-9F13-A8E13E4C9956}" dt="2026-09-20T05:16:37.072" v="125" actId="680"/>
        <pc:sldMkLst>
          <pc:docMk/>
          <pc:sldMk cId="869975405" sldId="298"/>
        </pc:sldMkLst>
      </pc:sldChg>
      <pc:sldChg chg="new del">
        <pc:chgData name="Rai, Upama" userId="d8ca7f89-5e54-445b-9d24-0c0dc93119ec" providerId="ADAL" clId="{23F3D788-E39F-4307-9F13-A8E13E4C9956}" dt="2026-09-24T01:27:40.450" v="141" actId="47"/>
        <pc:sldMkLst>
          <pc:docMk/>
          <pc:sldMk cId="1745067505" sldId="299"/>
        </pc:sldMkLst>
      </pc:sldChg>
      <pc:sldChg chg="modSp new del mod">
        <pc:chgData name="Rai, Upama" userId="d8ca7f89-5e54-445b-9d24-0c0dc93119ec" providerId="ADAL" clId="{23F3D788-E39F-4307-9F13-A8E13E4C9956}" dt="2026-09-24T01:30:39.438" v="162" actId="47"/>
        <pc:sldMkLst>
          <pc:docMk/>
          <pc:sldMk cId="3333251398" sldId="299"/>
        </pc:sldMkLst>
        <pc:spChg chg="mod">
          <ac:chgData name="Rai, Upama" userId="d8ca7f89-5e54-445b-9d24-0c0dc93119ec" providerId="ADAL" clId="{23F3D788-E39F-4307-9F13-A8E13E4C9956}" dt="2026-09-24T01:30:36.944" v="161" actId="5793"/>
          <ac:spMkLst>
            <pc:docMk/>
            <pc:sldMk cId="3333251398" sldId="299"/>
            <ac:spMk id="3" creationId="{BF6C4AC6-1D9F-A51C-8F9E-13F42861BDD8}"/>
          </ac:spMkLst>
        </pc:spChg>
      </pc:sldChg>
      <pc:sldChg chg="modSp new">
        <pc:chgData name="Rai, Upama" userId="d8ca7f89-5e54-445b-9d24-0c0dc93119ec" providerId="ADAL" clId="{23F3D788-E39F-4307-9F13-A8E13E4C9956}" dt="2026-09-24T01:42:48.537" v="264"/>
        <pc:sldMkLst>
          <pc:docMk/>
          <pc:sldMk cId="4200291327" sldId="299"/>
        </pc:sldMkLst>
        <pc:spChg chg="mod">
          <ac:chgData name="Rai, Upama" userId="d8ca7f89-5e54-445b-9d24-0c0dc93119ec" providerId="ADAL" clId="{23F3D788-E39F-4307-9F13-A8E13E4C9956}" dt="2026-09-24T01:42:48.537" v="264"/>
          <ac:spMkLst>
            <pc:docMk/>
            <pc:sldMk cId="4200291327" sldId="299"/>
            <ac:spMk id="3" creationId="{36C10CD2-F279-EE7F-3C52-3DA9169ED36F}"/>
          </ac:spMkLst>
        </pc:spChg>
      </pc:sldChg>
      <pc:sldChg chg="modSp new mod">
        <pc:chgData name="Rai, Upama" userId="d8ca7f89-5e54-445b-9d24-0c0dc93119ec" providerId="ADAL" clId="{23F3D788-E39F-4307-9F13-A8E13E4C9956}" dt="2026-09-24T01:48:05.375" v="313" actId="255"/>
        <pc:sldMkLst>
          <pc:docMk/>
          <pc:sldMk cId="2708506001" sldId="300"/>
        </pc:sldMkLst>
        <pc:spChg chg="mod">
          <ac:chgData name="Rai, Upama" userId="d8ca7f89-5e54-445b-9d24-0c0dc93119ec" providerId="ADAL" clId="{23F3D788-E39F-4307-9F13-A8E13E4C9956}" dt="2026-09-24T01:48:05.375" v="313" actId="255"/>
          <ac:spMkLst>
            <pc:docMk/>
            <pc:sldMk cId="2708506001" sldId="300"/>
            <ac:spMk id="3" creationId="{94848DA9-E9B6-DDFE-9EE5-04A17F050186}"/>
          </ac:spMkLst>
        </pc:spChg>
      </pc:sldChg>
      <pc:sldChg chg="modSp new mod">
        <pc:chgData name="Rai, Upama" userId="d8ca7f89-5e54-445b-9d24-0c0dc93119ec" providerId="ADAL" clId="{23F3D788-E39F-4307-9F13-A8E13E4C9956}" dt="2026-09-24T01:50:28.647" v="331" actId="255"/>
        <pc:sldMkLst>
          <pc:docMk/>
          <pc:sldMk cId="4192062104" sldId="301"/>
        </pc:sldMkLst>
        <pc:spChg chg="mod">
          <ac:chgData name="Rai, Upama" userId="d8ca7f89-5e54-445b-9d24-0c0dc93119ec" providerId="ADAL" clId="{23F3D788-E39F-4307-9F13-A8E13E4C9956}" dt="2026-09-24T01:50:28.647" v="331" actId="255"/>
          <ac:spMkLst>
            <pc:docMk/>
            <pc:sldMk cId="4192062104" sldId="301"/>
            <ac:spMk id="3" creationId="{F0554393-8A50-37B9-FD44-44874D370D73}"/>
          </ac:spMkLst>
        </pc:spChg>
      </pc:sldChg>
      <pc:sldChg chg="addSp delSp modSp new">
        <pc:chgData name="Rai, Upama" userId="d8ca7f89-5e54-445b-9d24-0c0dc93119ec" providerId="ADAL" clId="{23F3D788-E39F-4307-9F13-A8E13E4C9956}" dt="2026-09-24T01:55:40.904" v="359"/>
        <pc:sldMkLst>
          <pc:docMk/>
          <pc:sldMk cId="3374977082" sldId="302"/>
        </pc:sldMkLst>
        <pc:spChg chg="del">
          <ac:chgData name="Rai, Upama" userId="d8ca7f89-5e54-445b-9d24-0c0dc93119ec" providerId="ADAL" clId="{23F3D788-E39F-4307-9F13-A8E13E4C9956}" dt="2026-09-24T01:55:40.904" v="359"/>
          <ac:spMkLst>
            <pc:docMk/>
            <pc:sldMk cId="3374977082" sldId="302"/>
            <ac:spMk id="3" creationId="{6BFD0503-A065-E84D-3FDA-213161D21ACD}"/>
          </ac:spMkLst>
        </pc:spChg>
        <pc:graphicFrameChg chg="add mod">
          <ac:chgData name="Rai, Upama" userId="d8ca7f89-5e54-445b-9d24-0c0dc93119ec" providerId="ADAL" clId="{23F3D788-E39F-4307-9F13-A8E13E4C9956}" dt="2026-09-24T01:55:40.904" v="359"/>
          <ac:graphicFrameMkLst>
            <pc:docMk/>
            <pc:sldMk cId="3374977082" sldId="302"/>
            <ac:graphicFrameMk id="4" creationId="{5D299B77-727F-B172-D149-EB02E4781A05}"/>
          </ac:graphicFrameMkLst>
        </pc:graphicFrameChg>
      </pc:sldChg>
      <pc:sldChg chg="modSp new mod">
        <pc:chgData name="Rai, Upama" userId="d8ca7f89-5e54-445b-9d24-0c0dc93119ec" providerId="ADAL" clId="{23F3D788-E39F-4307-9F13-A8E13E4C9956}" dt="2026-09-24T01:56:52.379" v="378" actId="20577"/>
        <pc:sldMkLst>
          <pc:docMk/>
          <pc:sldMk cId="3126080592" sldId="303"/>
        </pc:sldMkLst>
        <pc:spChg chg="mod">
          <ac:chgData name="Rai, Upama" userId="d8ca7f89-5e54-445b-9d24-0c0dc93119ec" providerId="ADAL" clId="{23F3D788-E39F-4307-9F13-A8E13E4C9956}" dt="2026-09-24T01:56:52.379" v="378" actId="20577"/>
          <ac:spMkLst>
            <pc:docMk/>
            <pc:sldMk cId="3126080592" sldId="303"/>
            <ac:spMk id="3" creationId="{B5097A39-7A09-7479-5B4A-363DB4020260}"/>
          </ac:spMkLst>
        </pc:spChg>
      </pc:sldChg>
      <pc:sldChg chg="modSp new mod">
        <pc:chgData name="Rai, Upama" userId="d8ca7f89-5e54-445b-9d24-0c0dc93119ec" providerId="ADAL" clId="{23F3D788-E39F-4307-9F13-A8E13E4C9956}" dt="2026-09-24T01:59:25.948" v="389" actId="27636"/>
        <pc:sldMkLst>
          <pc:docMk/>
          <pc:sldMk cId="1191960683" sldId="304"/>
        </pc:sldMkLst>
        <pc:spChg chg="mod">
          <ac:chgData name="Rai, Upama" userId="d8ca7f89-5e54-445b-9d24-0c0dc93119ec" providerId="ADAL" clId="{23F3D788-E39F-4307-9F13-A8E13E4C9956}" dt="2026-09-24T01:59:25.948" v="389" actId="27636"/>
          <ac:spMkLst>
            <pc:docMk/>
            <pc:sldMk cId="1191960683" sldId="304"/>
            <ac:spMk id="3" creationId="{C5967EB6-87AB-02A5-6A54-EF3A766D7FB7}"/>
          </ac:spMkLst>
        </pc:spChg>
      </pc:sldChg>
      <pc:sldChg chg="modSp new mod">
        <pc:chgData name="Rai, Upama" userId="d8ca7f89-5e54-445b-9d24-0c0dc93119ec" providerId="ADAL" clId="{23F3D788-E39F-4307-9F13-A8E13E4C9956}" dt="2026-09-24T01:59:55.450" v="391" actId="27636"/>
        <pc:sldMkLst>
          <pc:docMk/>
          <pc:sldMk cId="3866640688" sldId="305"/>
        </pc:sldMkLst>
        <pc:spChg chg="mod">
          <ac:chgData name="Rai, Upama" userId="d8ca7f89-5e54-445b-9d24-0c0dc93119ec" providerId="ADAL" clId="{23F3D788-E39F-4307-9F13-A8E13E4C9956}" dt="2026-09-24T01:59:55.450" v="391" actId="27636"/>
          <ac:spMkLst>
            <pc:docMk/>
            <pc:sldMk cId="3866640688" sldId="305"/>
            <ac:spMk id="3" creationId="{43270275-F9FF-B93C-824B-99143FFE6ED5}"/>
          </ac:spMkLst>
        </pc:spChg>
      </pc:sldChg>
      <pc:sldChg chg="modSp new mod">
        <pc:chgData name="Rai, Upama" userId="d8ca7f89-5e54-445b-9d24-0c0dc93119ec" providerId="ADAL" clId="{23F3D788-E39F-4307-9F13-A8E13E4C9956}" dt="2026-09-24T02:00:18.444" v="395" actId="5793"/>
        <pc:sldMkLst>
          <pc:docMk/>
          <pc:sldMk cId="1790737693" sldId="306"/>
        </pc:sldMkLst>
        <pc:spChg chg="mod">
          <ac:chgData name="Rai, Upama" userId="d8ca7f89-5e54-445b-9d24-0c0dc93119ec" providerId="ADAL" clId="{23F3D788-E39F-4307-9F13-A8E13E4C9956}" dt="2026-09-24T02:00:18.444" v="395" actId="5793"/>
          <ac:spMkLst>
            <pc:docMk/>
            <pc:sldMk cId="1790737693" sldId="306"/>
            <ac:spMk id="3" creationId="{B2EF4047-1A5E-7595-C6BC-F6D3A9FDA9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0284-57CC-754B-A1ED-12C2ED993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68AA5-FA5F-E8D0-346E-EC853DB9C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0BC7B-96FF-F85C-93BC-85AC5753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1D50-FB2A-3AFB-8565-8ABB3A81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61E37-5BE6-5658-E997-428DBC84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9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1190-C8DE-F43E-9B48-26442E3A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28BD-C1A3-9802-8E6E-C3D60E5A6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3E90-B55A-9803-5EBE-F21B6DA4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41775-DE00-7A24-9774-EDD3AFC0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319D6-3583-04C5-F870-D32677C1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4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71BF-90D4-BE5B-8864-0F120061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5B796-B14E-1A00-F075-095DF9373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8857-2E0E-8C49-9D57-6EA03C2BC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2E00D-2E3E-F5A8-8109-8D65DAB0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3CC80-46C9-35BC-D20C-85EC8B58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90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DC9A-EF8A-583E-C655-BCF2853B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8E7E0-BEC5-D193-1FFC-79814A3B5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EA040-4DF8-8B30-87D8-4DB33C56D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BF8F-41EB-1F97-8345-DC6C9178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81FD7-8A11-B9A9-99A6-B7C540E9F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AE99F-AFB3-7676-4948-F6A7AD14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8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E635-C8EE-F345-7C19-75EDCA39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DAB6E-7757-1255-7D63-AB014B04D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DCB01-5FD4-C5E0-D859-DB748F36D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09690-5706-68FC-4C5C-CDEBE82C8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5D556-5ADC-226A-047A-9F6B76C1F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94CD7-264E-0D9F-7817-264C1350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C5C0F-1AAE-FDE1-6B0B-A1EB5F0EC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74FBF-FBB9-F777-0EEA-F3E9C4E9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2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76CD-4C1B-E4D4-6794-D686A41C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BEAC8-7DD4-6C3A-F6D8-15B924F4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F1DFB4-78F9-7C8C-6F76-C488864A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95E26-B1E1-8204-2E2F-33C44DFA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7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D000D-96E2-B630-3AFD-0B28E9C2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B4BD0-A5EF-A345-1250-8B5164FF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4901B-C1E9-7357-5771-00ECF070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1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648C-FBE9-24C6-66A2-255D159E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EA20-7927-58EC-0DF5-F94B215A7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72F6-4A74-012C-74B2-28E208BE4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CC74F-EAC8-CA8D-8CA3-836BF748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EDA73-4DEE-B669-74E9-02B30E82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86909-94C3-1E42-50F0-F2F964AD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7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8B14-9587-6E9F-5281-13D3C834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48D81-3D2C-B73F-ACB9-B352454FF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F8DE0-D878-33EC-E77B-E62E02D27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213E7-6F9E-DB22-8EB9-93CD52C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EFB53-F814-7500-88E2-5695219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1B4DE-6B75-8587-EC28-F78ECC5B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4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0C17-38FC-564F-60FA-D9461D6C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86AC1-298E-37F9-C633-57FA24C35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EDD4-B023-1B67-63FB-B573F5A5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BF447-1ABF-AFF2-78D3-A3390D93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C3B9-F84F-D6B0-8A90-696CA0AE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4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8B200F-7586-D9E0-2496-8151275AC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FA740-549C-8144-5A6B-F364F2D22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F8C40-F851-2E70-AD39-E805A562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4F16F-49C4-FF93-8622-252E3B79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EE8AD-77A3-B547-06AC-04DF6997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1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C5CA6-702F-2C3F-B54F-90EBA920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9BFD1-462D-FCA0-65F0-1E743DB8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6873-CDD5-C7EB-6274-7BDC4B759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902C8-C1AA-40B6-909B-B33A5669DE8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89C0-1C03-7AF6-ACB5-53967FDD9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1E288-1DF4-2E57-7D9A-123E89D2B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2407A-0D47-4C5D-817F-B040D12BD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6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306A-B9AD-35B2-02E2-DC610D1CB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CIS092-1 Fundamentals of Study and Employability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15C7E-B90E-07FC-FA33-8AFBF438C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Session duration: 2 hours </a:t>
            </a:r>
          </a:p>
          <a:p>
            <a:r>
              <a:rPr lang="en-US" dirty="0"/>
              <a:t>Session theme: Career management skills, the notion of employability, skills and competences and knowledge relevant to particular industries and job roles, assessment </a:t>
            </a:r>
            <a:r>
              <a:rPr lang="en-US" dirty="0" err="1"/>
              <a:t>centres</a:t>
            </a:r>
            <a:r>
              <a:rPr lang="en-US" dirty="0"/>
              <a:t>, Career goal setting, Action planning, sources of careers information. Developmental opportunities: professional bodies, volunteering and job shop</a:t>
            </a:r>
          </a:p>
          <a:p>
            <a:r>
              <a:rPr lang="en-US" dirty="0"/>
              <a:t>Lecturer: Upama Rai Cohort: Level 3 / Foundation Computing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2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8582-F452-69A1-6792-CF0F7E4D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534841-2D01-2662-C370-A96A16E73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008130"/>
              </p:ext>
            </p:extLst>
          </p:nvPr>
        </p:nvGraphicFramePr>
        <p:xfrm>
          <a:off x="809105" y="1690688"/>
          <a:ext cx="10515600" cy="2621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791499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By the end of this session, you should be able to: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Define career management and employability.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 the difference between skills, competencies and knowledge.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Identify skills required for different computing job roles.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 the purpose of an assessment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centre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Write a SMART career goal.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Create a simple career action plan.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Identify reliable sources of careers information.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 how professional bodies, volunteering and the job shop can support career development.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040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8890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99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4D7F-6564-9E74-C5FA-216370FC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18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Does “Career” Mean to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E2B1-63D5-C1D3-310B-010A37350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Write down three words that you associate with the word career.</a:t>
            </a:r>
          </a:p>
          <a:p>
            <a:pPr lvl="1"/>
            <a:r>
              <a:rPr lang="en-US" dirty="0"/>
              <a:t>Possible ideas:</a:t>
            </a:r>
          </a:p>
          <a:p>
            <a:pPr lvl="1"/>
            <a:r>
              <a:rPr lang="en-US" dirty="0"/>
              <a:t>Job</a:t>
            </a:r>
          </a:p>
          <a:p>
            <a:pPr lvl="1"/>
            <a:r>
              <a:rPr lang="en-US" dirty="0"/>
              <a:t>Profession</a:t>
            </a:r>
          </a:p>
          <a:p>
            <a:pPr lvl="1"/>
            <a:r>
              <a:rPr lang="en-US" dirty="0"/>
              <a:t>Future</a:t>
            </a:r>
          </a:p>
          <a:p>
            <a:pPr lvl="1"/>
            <a:r>
              <a:rPr lang="en-US" dirty="0"/>
              <a:t>Salary</a:t>
            </a:r>
          </a:p>
          <a:p>
            <a:pPr lvl="1"/>
            <a:r>
              <a:rPr lang="en-US" dirty="0"/>
              <a:t>Skills</a:t>
            </a:r>
          </a:p>
          <a:p>
            <a:pPr lvl="1"/>
            <a:r>
              <a:rPr lang="en-US" dirty="0"/>
              <a:t>Progression</a:t>
            </a:r>
          </a:p>
          <a:p>
            <a:pPr lvl="1"/>
            <a:r>
              <a:rPr lang="en-US" dirty="0"/>
              <a:t>Experience</a:t>
            </a:r>
          </a:p>
          <a:p>
            <a:pPr lvl="1"/>
            <a:r>
              <a:rPr lang="en-US" dirty="0"/>
              <a:t>Success</a:t>
            </a:r>
          </a:p>
          <a:p>
            <a:pPr lvl="1"/>
            <a:r>
              <a:rPr lang="en-US" dirty="0"/>
              <a:t>Personal development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92EB5D-11F8-CE2C-D6CC-119FB517C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975233"/>
              </p:ext>
            </p:extLst>
          </p:nvPr>
        </p:nvGraphicFramePr>
        <p:xfrm>
          <a:off x="838200" y="5431617"/>
          <a:ext cx="10515600" cy="12496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68197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Think and Discuss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Is a career the same as a job?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When should career planning begin?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Who is responsible for managing your career?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17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4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045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77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CAB3-BDD1-A7A4-439A-6F317A8B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Career Management?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FEBF78-FF25-4526-FB97-6DF8C72A05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596159"/>
              </p:ext>
            </p:extLst>
          </p:nvPr>
        </p:nvGraphicFramePr>
        <p:xfrm>
          <a:off x="873369" y="1594085"/>
          <a:ext cx="10515600" cy="3566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6989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Career management is the continuous process of: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Understanding yourself.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Exploring career opportunities.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Identifying suitable job roles.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Developing relevant skills and knowledge.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Setting career goals.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Taking action to achieve those goals.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Reviewing your progress.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Adapting your plans when necessary.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81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You are responsible for managing your career, but lecturers, employers, career advisers and professional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organisations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can support you.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43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60522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48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64B55-9791-87A9-6916-69690A64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9" y="294467"/>
            <a:ext cx="10515600" cy="1325563"/>
          </a:xfrm>
        </p:spPr>
        <p:txBody>
          <a:bodyPr/>
          <a:lstStyle/>
          <a:p>
            <a:r>
              <a:rPr lang="en-US" dirty="0"/>
              <a:t>Career Management 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3DC57B-1706-489C-FC17-7D32E753B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458259"/>
              </p:ext>
            </p:extLst>
          </p:nvPr>
        </p:nvGraphicFramePr>
        <p:xfrm>
          <a:off x="838200" y="1508760"/>
          <a:ext cx="10515600" cy="38404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96699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Career management can be divided into five stages: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1. Self-Awareness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Understand your interests, values, strengths and areas for development.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2. Career Exploration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Research industries, employers and job roles.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3. Career Decision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Choose a realistic career direction.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4. Career Action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Develop skills, gain experience and prepare applications.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5. Career Review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Review your evidence, progress and future goals.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55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Career management is a continuous cycle, not a one-time decision.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18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4128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669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D390-D874-07FE-C60A-025DDF3B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86" y="311092"/>
            <a:ext cx="10515600" cy="1325563"/>
          </a:xfrm>
        </p:spPr>
        <p:txBody>
          <a:bodyPr/>
          <a:lstStyle/>
          <a:p>
            <a:r>
              <a:rPr lang="en-US" dirty="0"/>
              <a:t>What Is Employability?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400EBF-0175-F0E6-F74E-13814C6B2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298576"/>
              </p:ext>
            </p:extLst>
          </p:nvPr>
        </p:nvGraphicFramePr>
        <p:xfrm>
          <a:off x="796636" y="1553888"/>
          <a:ext cx="10515600" cy="45720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99242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Employability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is the combination of: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Knowledge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Skills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Competencies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Personal qualities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Experience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Career awareness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Professional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These help a person to: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Gain employment.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Perform effectively at work.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Adapt to changes.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Work successfully with other people.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Progress within a chosen career.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76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dirty="0"/>
                        <a:t>Employability is not only about getting a job. It is also about succeeding and continuing to develop within employment.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28834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70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111C-4B85-C042-E9CE-628A368AB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Qualification and Employability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EE77C-7ABA-6B74-3230-733A1F113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55658"/>
              </p:ext>
            </p:extLst>
          </p:nvPr>
        </p:nvGraphicFramePr>
        <p:xfrm>
          <a:off x="738448" y="1690688"/>
          <a:ext cx="10515600" cy="4846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88137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qualification can show that a student has completed a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programme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of study.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However, employers may also look for: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Practical skills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Teamwork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Initiative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Reliability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Professional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Relevant experience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Evidence of achievements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Discussion Question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Can a student have a degree but still have weak employability skills?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Explain your answer.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71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10285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27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AAC5-BE19-37C4-D0D7-756AB689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Employability Model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5ADE7B3-F507-4E07-7D68-96E813326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749193"/>
              </p:ext>
            </p:extLst>
          </p:nvPr>
        </p:nvGraphicFramePr>
        <p:xfrm>
          <a:off x="780011" y="1518213"/>
          <a:ext cx="10515600" cy="4076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89598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Employability can be considered through three questions: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Can Do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Does the candidate have the required: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Knowledge?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Skills?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Technical ability?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Experience?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Will Do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Does the candidate demonstrate: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Motivation?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Initiative?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Commitment?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Willingness to learn?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Will Fit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Does the candidate demonstrate: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Respect for others?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Teamwork?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Values suitable for the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82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11717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27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1DC1-7786-71B7-9DB0-1EB2D641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Knowledge?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FDD6BE-CC75-6DB3-BA10-2EEFDEBB9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963423"/>
              </p:ext>
            </p:extLst>
          </p:nvPr>
        </p:nvGraphicFramePr>
        <p:xfrm>
          <a:off x="747516" y="1784882"/>
          <a:ext cx="10515600" cy="2362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67360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Knowledge is the information and understanding a person has about a subject.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Computing Examples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Understanding programming concepts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Knowing how databases 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Understanding computer networks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Knowing cybersecurity principles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Understanding software-development methods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Knowing data-protection responsibilities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Knowing the difference between a class and an object is programming knowledge.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280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6527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036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4F7F-5735-52F2-92E0-B720922C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Skill?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FAEF5C-483A-FA9B-71B7-11C2E9B4B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932584"/>
              </p:ext>
            </p:extLst>
          </p:nvPr>
        </p:nvGraphicFramePr>
        <p:xfrm>
          <a:off x="838200" y="1613904"/>
          <a:ext cx="10515600" cy="3505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767073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skill is an ability that enables a person to perform a task.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Computing Examples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Writing a computer program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Creating a database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Designing a website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Testing software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Analysing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data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Creating a presentation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Transferable Skills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Teamwork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Leadership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Critical thinking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789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69542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010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E7DA-785F-C0CC-C9B3-A927FD2A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Competency?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EE9A191-CBD5-D689-B72C-C458F35D2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065757"/>
              </p:ext>
            </p:extLst>
          </p:nvPr>
        </p:nvGraphicFramePr>
        <p:xfrm>
          <a:off x="770186" y="1577064"/>
          <a:ext cx="10515600" cy="2414334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44347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competency is the ability to apply knowledge, skills and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effectively in a particular situation.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 may: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Understand Java programming concepts.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Have the skill to write Java code.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Demonstrate competency by using Java to solve a business problem, test the solution and explain it to others.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Simple Difference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Knowledge: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What you understand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Skill: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What you can do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Competency: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How effectively you apply what you know and can do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12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Knowledge + Skill +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= Competency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51829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51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A08C-159F-9C69-456A-FF88E7DE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Knowledge, Skill or Competency?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902830-9D52-07DB-3DA0-25B45212BE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928150"/>
              </p:ext>
            </p:extLst>
          </p:nvPr>
        </p:nvGraphicFramePr>
        <p:xfrm>
          <a:off x="777744" y="1750088"/>
          <a:ext cx="10515600" cy="2552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253247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Example: Java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Knowing Java syntax is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knowledge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Writing a Java program is a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skill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Using Java to develop and test a solution for a customer is a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competency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Example: 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Knowing communication principles is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knowledge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Delivering a presentation is a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skill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Explaining a technical problem clearly to a non-technical customer is a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competency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Quick Question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Is teamwork a skill or a competency?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 your answer using an example.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40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518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42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13C7-E00D-90CF-5330-E12CCD4E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636" y="178089"/>
            <a:ext cx="10515600" cy="1325563"/>
          </a:xfrm>
        </p:spPr>
        <p:txBody>
          <a:bodyPr/>
          <a:lstStyle/>
          <a:p>
            <a:r>
              <a:rPr lang="en-US" dirty="0"/>
              <a:t>Technical and Transferable Skills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B5ABD5-05A4-E4FB-ADB1-4DA11AAA03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16914"/>
              </p:ext>
            </p:extLst>
          </p:nvPr>
        </p:nvGraphicFramePr>
        <p:xfrm>
          <a:off x="922089" y="1301556"/>
          <a:ext cx="10264694" cy="5459176"/>
        </p:xfrm>
        <a:graphic>
          <a:graphicData uri="http://schemas.openxmlformats.org/drawingml/2006/table">
            <a:tbl>
              <a:tblPr/>
              <a:tblGrid>
                <a:gridCol w="10264694">
                  <a:extLst>
                    <a:ext uri="{9D8B030D-6E8A-4147-A177-3AD203B41FA5}">
                      <a16:colId xmlns:a16="http://schemas.microsoft.com/office/drawing/2014/main" val="3993632147"/>
                    </a:ext>
                  </a:extLst>
                </a:gridCol>
              </a:tblGrid>
              <a:tr h="3994305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Technical Skills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Technical skills are directly related to a particular job.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Programming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Database development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Web development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Cybersecurity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Software testing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Data analysis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Cloud computing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Network configuration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1" i="0" dirty="0">
                          <a:effectLst/>
                          <a:latin typeface="Segoe UI" panose="020B0502040204020203" pitchFamily="34" charset="0"/>
                        </a:rPr>
                        <a:t>Transferable Skills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Transferable skills can be used in different jobs and industries.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Teamwork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endParaRPr lang="en-US" sz="10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Decision-making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Adaptability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</a:txBody>
                  <a:tcPr marL="89258" marR="89258" marT="44629" marB="44629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532339"/>
                  </a:ext>
                </a:extLst>
              </a:tr>
              <a:tr h="357033">
                <a:tc>
                  <a:txBody>
                    <a:bodyPr/>
                    <a:lstStyle/>
                    <a:p>
                      <a:r>
                        <a:rPr lang="en-US" sz="1200" dirty="0"/>
                        <a:t>Most computing roles require both technical and transferable skills.</a:t>
                      </a:r>
                    </a:p>
                    <a:p>
                      <a:r>
                        <a:rPr lang="en-US" sz="1200" dirty="0"/>
                        <a:t>Many employers can teach technologies.</a:t>
                      </a:r>
                    </a:p>
                    <a:p>
                      <a:r>
                        <a:rPr lang="en-US" sz="1200" dirty="0"/>
                        <a:t>What they struggle to teach is:</a:t>
                      </a:r>
                    </a:p>
                    <a:p>
                      <a:r>
                        <a:rPr lang="en-US" sz="1200" dirty="0"/>
                        <a:t>Responsibility</a:t>
                      </a:r>
                    </a:p>
                    <a:p>
                      <a:r>
                        <a:rPr lang="en-US" sz="1200" dirty="0"/>
                        <a:t>Professionalism</a:t>
                      </a:r>
                    </a:p>
                    <a:p>
                      <a:r>
                        <a:rPr lang="en-US" sz="1200" dirty="0"/>
                        <a:t>Communication</a:t>
                      </a:r>
                    </a:p>
                    <a:p>
                      <a:r>
                        <a:rPr lang="en-US" sz="1200" dirty="0"/>
                        <a:t>Therefore employers value transferable skills greatly.</a:t>
                      </a:r>
                    </a:p>
                  </a:txBody>
                  <a:tcPr marL="89258" marR="89258" marT="44629" marB="44629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11955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791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562D-B44B-7F71-52C0-798C4430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Developer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6B57BC-0DD2-10D3-B597-2133298DB3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5657696"/>
              </p:ext>
            </p:extLst>
          </p:nvPr>
        </p:nvGraphicFramePr>
        <p:xfrm>
          <a:off x="804194" y="1517080"/>
          <a:ext cx="10515600" cy="4076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96674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software developer may require the following: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Knowledge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Programming concepts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Software-development life cycle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Databases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Testing principles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Version-control concepts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Technical Skills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Programming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Debugging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Testing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Database development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Using version-control tools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Transferable Skills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Teamwork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Attention to detail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399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63379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634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2CFE-FD8C-A89A-24F6-343D6112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Computing Job Roles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5D4529-5645-EA63-1243-9EC573B3C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833828"/>
              </p:ext>
            </p:extLst>
          </p:nvPr>
        </p:nvGraphicFramePr>
        <p:xfrm>
          <a:off x="992997" y="1272264"/>
          <a:ext cx="7901113" cy="5684772"/>
        </p:xfrm>
        <a:graphic>
          <a:graphicData uri="http://schemas.openxmlformats.org/drawingml/2006/table">
            <a:tbl>
              <a:tblPr/>
              <a:tblGrid>
                <a:gridCol w="7901113">
                  <a:extLst>
                    <a:ext uri="{9D8B030D-6E8A-4147-A177-3AD203B41FA5}">
                      <a16:colId xmlns:a16="http://schemas.microsoft.com/office/drawing/2014/main" val="1781056628"/>
                    </a:ext>
                  </a:extLst>
                </a:gridCol>
              </a:tblGrid>
              <a:tr h="407651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800" b="1" i="0" dirty="0">
                          <a:effectLst/>
                          <a:latin typeface="Segoe UI" panose="020B0502040204020203" pitchFamily="34" charset="0"/>
                        </a:rPr>
                        <a:t>Data Analyst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SQL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Data cleaning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Data </a:t>
                      </a:r>
                      <a:r>
                        <a:rPr lang="en-US" sz="800" b="0" i="0" dirty="0" err="1">
                          <a:effectLst/>
                          <a:latin typeface="Segoe UI" panose="020B0502040204020203" pitchFamily="34" charset="0"/>
                        </a:rPr>
                        <a:t>visualisation</a:t>
                      </a:r>
                      <a:endParaRPr lang="en-US" sz="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Accuracy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Analytical thinking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800" b="1" i="0" dirty="0">
                          <a:effectLst/>
                          <a:latin typeface="Segoe UI" panose="020B0502040204020203" pitchFamily="34" charset="0"/>
                        </a:rPr>
                        <a:t>Cybersecurity Analyst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Network-security knowledge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Risk identification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Security controls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Attention to detail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Ethical judgement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Incident reporting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800" b="1" i="0" dirty="0">
                          <a:effectLst/>
                          <a:latin typeface="Segoe UI" panose="020B0502040204020203" pitchFamily="34" charset="0"/>
                        </a:rPr>
                        <a:t>Business Analyst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Requirements gathering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Process analysis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Documentation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Listening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800" b="1" i="0" dirty="0">
                          <a:effectLst/>
                          <a:latin typeface="Segoe UI" panose="020B0502040204020203" pitchFamily="34" charset="0"/>
                        </a:rPr>
                        <a:t>IT Support Technician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Hardware and software knowledge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Troubleshooting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Customer service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Patience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8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endParaRPr lang="en-US" sz="8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8705" marR="68705" marT="34353" marB="34353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86706"/>
                  </a:ext>
                </a:extLst>
              </a:tr>
              <a:tr h="27482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705" marR="68705" marT="34353" marB="34353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591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25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F88A-57C7-57A5-CE0E-7026349DB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Activity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095EBD-020F-D9D0-68FE-E483577BC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5935965"/>
              </p:ext>
            </p:extLst>
          </p:nvPr>
        </p:nvGraphicFramePr>
        <p:xfrm>
          <a:off x="838200" y="1448906"/>
          <a:ext cx="10515600" cy="3695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373517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Job Role Analysis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Choose one of the following roles: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Software Developer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Data Analyst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Cybersecurity Analyst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Business Analyst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Web Developer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IT Support Technician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Identify: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Three technical skills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Three transferable skills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Three areas of knowledge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Two important competencies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One qualification or certification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One type of experience that may be useful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Activity Output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Create a short job-role profile and be ready to explain your findings.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58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9015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81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0E81-C662-75D6-5F20-DB2CC546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49" y="182245"/>
            <a:ext cx="10515600" cy="1325563"/>
          </a:xfrm>
        </p:spPr>
        <p:txBody>
          <a:bodyPr/>
          <a:lstStyle/>
          <a:p>
            <a:r>
              <a:rPr lang="en-US" dirty="0"/>
              <a:t>What Is a Skills Audit?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E8C198-47AF-5AB3-0185-D338EDDD5E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839014"/>
              </p:ext>
            </p:extLst>
          </p:nvPr>
        </p:nvGraphicFramePr>
        <p:xfrm>
          <a:off x="755822" y="1258760"/>
          <a:ext cx="10515600" cy="4274376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89912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skills audit is a structured review of: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skills you currently have.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level of each skill.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Evidence that supports your claims.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Skills required for your target career.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Gaps between your current skills and career requirements.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Actions needed to address those gaps.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skills audit is a personal review.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 Good Skills Audit Should Be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Honest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Specific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Relevant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Evidence-based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Regularly reviewed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412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You ask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am I good at?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am I weak at?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evidence do I have?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should I improve?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876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7527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99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802E-C8DA-0F93-E699-B6F7F475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365"/>
            <a:ext cx="10515600" cy="1325563"/>
          </a:xfrm>
        </p:spPr>
        <p:txBody>
          <a:bodyPr/>
          <a:lstStyle/>
          <a:p>
            <a:r>
              <a:rPr lang="en-US" dirty="0"/>
              <a:t>Skills Audit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80137B-E2B2-6AC3-1712-82546CD8E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628950"/>
              </p:ext>
            </p:extLst>
          </p:nvPr>
        </p:nvGraphicFramePr>
        <p:xfrm>
          <a:off x="838200" y="1239520"/>
          <a:ext cx="10515600" cy="35661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776367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025215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4154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87976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Required Skill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Current Level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Evidence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Next Step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12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Java programming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Developing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Created two small applications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Develop a complete project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8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Teamwork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Competent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Completed a group presentation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Take responsibility for coordinating a task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3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SQL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Beginning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Completed basic queries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Practise joins and database design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9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Presentation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Developing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Presented work in class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Practise speaking more confidently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94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Time management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Developing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Created a study timetable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Follow and review the timetable weekly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464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77CCDC-8189-541A-377C-854731A40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177088"/>
              </p:ext>
            </p:extLst>
          </p:nvPr>
        </p:nvGraphicFramePr>
        <p:xfrm>
          <a:off x="838200" y="4768374"/>
          <a:ext cx="10515600" cy="239077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464097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Do not write “excellent communication” without providing evidence.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5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Do not </a:t>
                      </a:r>
                      <a:r>
                        <a:rPr lang="en-US" sz="1400" dirty="0" err="1"/>
                        <a:t>write:"I</a:t>
                      </a:r>
                      <a:r>
                        <a:rPr lang="en-US" sz="1400" dirty="0"/>
                        <a:t> have excellent communication skills.</a:t>
                      </a:r>
                    </a:p>
                    <a:p>
                      <a:r>
                        <a:rPr lang="en-US" sz="1400" dirty="0"/>
                        <a:t>"</a:t>
                      </a:r>
                      <a:r>
                        <a:rPr lang="en-US" sz="1400" dirty="0" err="1"/>
                        <a:t>Ask:"What</a:t>
                      </a:r>
                      <a:r>
                        <a:rPr lang="en-US" sz="1400" dirty="0"/>
                        <a:t> evidence do you have?</a:t>
                      </a:r>
                    </a:p>
                    <a:p>
                      <a:r>
                        <a:rPr lang="en-US" sz="1400" dirty="0"/>
                        <a:t>"Evidence could be: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Group presentation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Class discussion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Team project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Employers want </a:t>
                      </a:r>
                      <a:r>
                        <a:rPr lang="en-US" sz="1400" b="1" i="0" dirty="0" err="1">
                          <a:effectLst/>
                          <a:latin typeface="Segoe UI" panose="020B0502040204020203" pitchFamily="34" charset="0"/>
                        </a:rPr>
                        <a:t>evidence.Not</a:t>
                      </a: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 opinions.</a:t>
                      </a:r>
                    </a:p>
                    <a:p>
                      <a:endParaRPr lang="en-US" sz="14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789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1234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773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8ADC9-2B26-3110-4D29-5A092E1E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of Employability Skills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AEA5F6-F387-D72F-FEAD-ABCDF5185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100010"/>
              </p:ext>
            </p:extLst>
          </p:nvPr>
        </p:nvGraphicFramePr>
        <p:xfrm>
          <a:off x="838200" y="1581150"/>
          <a:ext cx="10515600" cy="4076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634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Evidence can come from: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Coursework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Classroom activities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Group projects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Personal projects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Part-time employment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Volunteering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Clubs and societies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events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Online courses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Work experience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Competitions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Personal responsibilities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Weak Statement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“I have good teamwork skills.”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Evidence-Based Statement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“During a group software-design activity, I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organised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the tasks, listened to suggestions and helped the group complete the work before the deadline.”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050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96120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426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8309-4626-2EA9-3928-196CA143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90" y="171616"/>
            <a:ext cx="10515600" cy="1325563"/>
          </a:xfrm>
        </p:spPr>
        <p:txBody>
          <a:bodyPr/>
          <a:lstStyle/>
          <a:p>
            <a:r>
              <a:rPr lang="en-US" dirty="0"/>
              <a:t>What Are Assessment </a:t>
            </a:r>
            <a:r>
              <a:rPr lang="en-US" dirty="0" err="1"/>
              <a:t>Centres</a:t>
            </a:r>
            <a:r>
              <a:rPr lang="en-US" dirty="0"/>
              <a:t>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901884-5969-0681-4736-663968B74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266465"/>
              </p:ext>
            </p:extLst>
          </p:nvPr>
        </p:nvGraphicFramePr>
        <p:xfrm>
          <a:off x="890778" y="1295400"/>
          <a:ext cx="10421112" cy="4076700"/>
        </p:xfrm>
        <a:graphic>
          <a:graphicData uri="http://schemas.openxmlformats.org/drawingml/2006/table">
            <a:tbl>
              <a:tblPr/>
              <a:tblGrid>
                <a:gridCol w="10421112">
                  <a:extLst>
                    <a:ext uri="{9D8B030D-6E8A-4147-A177-3AD203B41FA5}">
                      <a16:colId xmlns:a16="http://schemas.microsoft.com/office/drawing/2014/main" val="25369505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Large companies 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often do not hire through a simple interview.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Candidates may complete: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Group discussions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Presentations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Problem-solving tasks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Interviews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An assessment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centre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is a recruitment process in which candidates complete different activities.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Employers use these activities to observe how candidates apply their skills and behave in realistic situations.</a:t>
                      </a:r>
                      <a:endParaRPr lang="en-US" sz="5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Common Assessment-Centre Activities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Group discussion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Problem-solving task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Written exercise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Presentation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Role-play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Interview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Prioritisation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exercise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Technical exercise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Important Point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activities depend on the employer and the job role.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9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1756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233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2BA1-B003-6FAC-618C-957BCEB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247015"/>
            <a:ext cx="10515600" cy="1325563"/>
          </a:xfrm>
        </p:spPr>
        <p:txBody>
          <a:bodyPr/>
          <a:lstStyle/>
          <a:p>
            <a:r>
              <a:rPr lang="en-US" dirty="0"/>
              <a:t>What Do Employers Observe?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F0187C-430A-4565-F190-38642C332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8053560"/>
              </p:ext>
            </p:extLst>
          </p:nvPr>
        </p:nvGraphicFramePr>
        <p:xfrm>
          <a:off x="838200" y="1378268"/>
          <a:ext cx="10515600" cy="3230817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980056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During an assessment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centre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, employers may observe: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Listening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Teamwork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Leadership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Decision-making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Ability to explain ideas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Ability to respond to feedback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Key Message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Speaking the most does not automatically make someone an effective leader.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An effective team member contributes, listens, encourages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others,manages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time and helps the group complete its task.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301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1998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899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00A9-D9D6-766C-BB84-1B0E40F0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Assessment-Centre Scenario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38DBBC-19CF-602A-4414-D36093FB3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708348"/>
              </p:ext>
            </p:extLst>
          </p:nvPr>
        </p:nvGraphicFramePr>
        <p:xfrm>
          <a:off x="838200" y="1620044"/>
          <a:ext cx="10515600" cy="2171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31732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Scenario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During a group exercise, one candidate speaks continuously, interrupts other candidates, rejects ideas without explanation and makes the final decision without checking whether the group agrees.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Questions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Which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behaviours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are ineffective?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How could these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behaviours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affect the group?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should the candidate do differently?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Which employability skills should be demonstrated?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Does speaking continuously demonstrate leadership?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80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28585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100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ADAF-5604-63A8-E948-37F777A4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0CD2-F279-EE7F-3C52-3DA9169ED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US" b="1" dirty="0">
                <a:latin typeface="Segoe UI" panose="020B0502040204020203" pitchFamily="34" charset="0"/>
              </a:rPr>
              <a:t>Better </a:t>
            </a:r>
            <a:r>
              <a:rPr lang="en-US" b="1" dirty="0" err="1">
                <a:latin typeface="Segoe UI" panose="020B0502040204020203" pitchFamily="34" charset="0"/>
              </a:rPr>
              <a:t>Behaviours</a:t>
            </a:r>
            <a:endParaRPr lang="en-US" b="1" dirty="0">
              <a:latin typeface="Segoe UI" panose="020B0502040204020203" pitchFamily="34" charset="0"/>
            </a:endParaRP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Listen actively.</a:t>
            </a: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Invite others to contribute.</a:t>
            </a: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Explain reasons clearly.</a:t>
            </a: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Build on useful ideas.</a:t>
            </a: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Keep the discussion focused.</a:t>
            </a: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Monitor the available time.</a:t>
            </a:r>
          </a:p>
          <a:p>
            <a:pPr marL="342900" lvl="0" indent="-342900" fontAlgn="t">
              <a:lnSpc>
                <a:spcPts val="1500"/>
              </a:lnSpc>
            </a:pPr>
            <a:r>
              <a:rPr lang="en-US" dirty="0">
                <a:latin typeface="Segoe UI" panose="020B0502040204020203" pitchFamily="34" charset="0"/>
              </a:rPr>
              <a:t>Help the group reach an agreed decision.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91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813A-7888-9024-7386-AEB087A2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Goal Setting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BE6305-6B8E-4D34-174D-7D726FFB6B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844794"/>
              </p:ext>
            </p:extLst>
          </p:nvPr>
        </p:nvGraphicFramePr>
        <p:xfrm>
          <a:off x="838200" y="1649120"/>
          <a:ext cx="10515600" cy="3124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64507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career goal describes something that a person wants to achieve in their professional development.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Career Goals May Include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Developing a technical skill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Gaining work experience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Completing a professional course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Creating a project portfolio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Improving interview skills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Securing an internship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Building a professional network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Entering a particular job role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Weak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“I want to become better at programming.”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Improved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“I will develop and publish a Java project by the end of November.”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73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61911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275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6090-E1BB-6AF4-9FD1-0E946930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Career Goals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72C814-2F4B-94F9-F8A8-C183B587B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281111"/>
              </p:ext>
            </p:extLst>
          </p:nvPr>
        </p:nvGraphicFramePr>
        <p:xfrm>
          <a:off x="806116" y="1626060"/>
          <a:ext cx="10515600" cy="2552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809819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career goal should be SMART.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S: Specific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exactly do you want to achieve?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M: Measurable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evidence will show that you achieved it?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A: Achievable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Can you realistically complete it?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R: Relevant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How does it support your course or career?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T: Time-Bound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When will you complete it?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745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70966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813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2A9D-4291-9FC4-080C-B43F2CD78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015"/>
            <a:ext cx="10515600" cy="1325563"/>
          </a:xfrm>
        </p:spPr>
        <p:txBody>
          <a:bodyPr/>
          <a:lstStyle/>
          <a:p>
            <a:r>
              <a:rPr lang="en-US" dirty="0"/>
              <a:t>SMART Goal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3DAF37-077F-41E1-3E56-0FC31DCCC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22093"/>
              </p:ext>
            </p:extLst>
          </p:nvPr>
        </p:nvGraphicFramePr>
        <p:xfrm>
          <a:off x="765209" y="1416309"/>
          <a:ext cx="10515600" cy="37490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20885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General Goal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“I want to improve my software-development skills.”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SMART Goal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“By the end of November I will complete one Java project and upload it to GitHub.”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Why Is This SMART?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Specific: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It identifies a Java project.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Measurable: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One completed project will be published.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Achievable: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It can be completed using available learning resources.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Relevant: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It supports a software-development career.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Time-bound: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It has a deadline of 30 November.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77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3137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743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A831-E55C-2C39-2F4E-110623891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545"/>
            <a:ext cx="10515600" cy="1325563"/>
          </a:xfrm>
        </p:spPr>
        <p:txBody>
          <a:bodyPr/>
          <a:lstStyle/>
          <a:p>
            <a:r>
              <a:rPr lang="en-US" dirty="0"/>
              <a:t>SMART Goal Activity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53C45D-9C86-D2D2-A0EB-B7CED5F6C6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800095"/>
              </p:ext>
            </p:extLst>
          </p:nvPr>
        </p:nvGraphicFramePr>
        <p:xfrm>
          <a:off x="838200" y="1489710"/>
          <a:ext cx="10515600" cy="45720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20497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Rewrite each weak goal as a SMART goal.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Goal 1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“I want to improve my interview skills.”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Goal 2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“I want to learn web development.”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Goal 3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“I want to improve my communication.”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Goal 4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“I want to get some experience.”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Checklist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Does each improved goal state: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will be achieved?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How achievement will be measured?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Whether the goal is realistic?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Why the goal is relevant?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When it will be completed?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35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4490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822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5832-18DB-EA4C-7E89-6EDF9DFC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06" y="258445"/>
            <a:ext cx="10515600" cy="1325563"/>
          </a:xfrm>
        </p:spPr>
        <p:txBody>
          <a:bodyPr/>
          <a:lstStyle/>
          <a:p>
            <a:r>
              <a:rPr lang="en-US" dirty="0"/>
              <a:t>What Is Action Planning?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B45029-FE8B-B175-1477-3EDC2ADED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842932"/>
              </p:ext>
            </p:extLst>
          </p:nvPr>
        </p:nvGraphicFramePr>
        <p:xfrm>
          <a:off x="802106" y="1356360"/>
          <a:ext cx="10515600" cy="41452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05606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Goals tell us </a:t>
                      </a:r>
                      <a:r>
                        <a:rPr lang="en-US" sz="1800" b="1" i="0" dirty="0" err="1">
                          <a:effectLst/>
                          <a:latin typeface="Segoe UI" panose="020B0502040204020203" pitchFamily="34" charset="0"/>
                        </a:rPr>
                        <a:t>WHAT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.Action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 plans tell us </a:t>
                      </a: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HOW</a:t>
                      </a: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An action plan explains how a goal will be achieved.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career action plan should include: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The career goal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Actions to be completed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Resources required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Support required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Target dates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Expected evidence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Possible barriers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Review dates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Key Message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large goal should be divided into smaller, clear and manageable actions.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067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9853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530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7587-9DA5-DD5B-916C-E1FAC928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8DA9-E9B6-DDFE-9EE5-04A17F05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lnSpc>
                <a:spcPct val="119048"/>
              </a:lnSpc>
              <a:buNone/>
            </a:pPr>
            <a:r>
              <a:rPr lang="en-US" sz="1800" b="1" dirty="0">
                <a:latin typeface="Segoe UI" panose="020B0502040204020203" pitchFamily="34" charset="0"/>
              </a:rPr>
              <a:t>Goal:</a:t>
            </a:r>
          </a:p>
          <a:p>
            <a:pPr fontAlgn="t">
              <a:lnSpc>
                <a:spcPct val="119048"/>
              </a:lnSpc>
              <a:buNone/>
            </a:pPr>
            <a:r>
              <a:rPr lang="en-US" sz="1800" dirty="0">
                <a:latin typeface="Segoe UI" panose="020B0502040204020203" pitchFamily="34" charset="0"/>
              </a:rPr>
              <a:t>Become a Software Developer.</a:t>
            </a:r>
          </a:p>
          <a:p>
            <a:pPr fontAlgn="t">
              <a:lnSpc>
                <a:spcPct val="119048"/>
              </a:lnSpc>
              <a:buNone/>
            </a:pPr>
            <a:r>
              <a:rPr lang="en-US" sz="1800" b="1" dirty="0">
                <a:latin typeface="Segoe UI" panose="020B0502040204020203" pitchFamily="34" charset="0"/>
              </a:rPr>
              <a:t>Actions:</a:t>
            </a:r>
          </a:p>
          <a:p>
            <a:pPr marL="342900" lvl="0" indent="-342900" fontAlgn="t">
              <a:lnSpc>
                <a:spcPct val="119048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</a:rPr>
              <a:t>Learn Java</a:t>
            </a:r>
          </a:p>
          <a:p>
            <a:pPr marL="342900" lvl="0" indent="-342900" fontAlgn="t">
              <a:lnSpc>
                <a:spcPct val="119048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</a:rPr>
              <a:t>Build projects</a:t>
            </a:r>
          </a:p>
          <a:p>
            <a:pPr marL="342900" lvl="0" indent="-342900" fontAlgn="t">
              <a:lnSpc>
                <a:spcPct val="119048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</a:rPr>
              <a:t>Create GitHub portfolio</a:t>
            </a:r>
          </a:p>
          <a:p>
            <a:pPr marL="342900" lvl="0" indent="-342900" fontAlgn="t">
              <a:lnSpc>
                <a:spcPct val="119048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</a:rPr>
              <a:t>Update CV</a:t>
            </a:r>
          </a:p>
          <a:p>
            <a:pPr marL="342900" lvl="0" indent="-342900" fontAlgn="t">
              <a:lnSpc>
                <a:spcPct val="119048"/>
              </a:lnSpc>
              <a:buFont typeface="+mj-lt"/>
              <a:buAutoNum type="arabicPeriod"/>
            </a:pPr>
            <a:r>
              <a:rPr lang="en-US" sz="1800" dirty="0">
                <a:latin typeface="Segoe UI" panose="020B0502040204020203" pitchFamily="34" charset="0"/>
              </a:rPr>
              <a:t>Attend interview preparation workshop</a:t>
            </a:r>
            <a:endParaRPr lang="en-US" b="1" dirty="0"/>
          </a:p>
          <a:p>
            <a:pPr fontAlgn="t">
              <a:buNone/>
            </a:pPr>
            <a:r>
              <a:rPr lang="en-US" sz="2400" dirty="0"/>
              <a:t>"What obstacles may stop you?"</a:t>
            </a:r>
          </a:p>
          <a:p>
            <a:pPr marL="0" lvl="0" indent="0" fontAlgn="t">
              <a:lnSpc>
                <a:spcPct val="119048"/>
              </a:lnSpc>
              <a:buNone/>
            </a:pPr>
            <a:endParaRPr lang="en-US" sz="1800" dirty="0">
              <a:latin typeface="Segoe UI" panose="020B0502040204020203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8506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4226-35A0-B77C-F389-BA4C7E2D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Action Plan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63BBD2-814A-F47B-0164-F2CF1A027B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161698"/>
              </p:ext>
            </p:extLst>
          </p:nvPr>
        </p:nvGraphicFramePr>
        <p:xfrm>
          <a:off x="838200" y="1886744"/>
          <a:ext cx="10515600" cy="4051935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810072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001752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156159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747931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Career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Develop the skills required for a junior software-developer role.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0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Action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Resource or Support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Deadline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Evidence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512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Research three developer vacancies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Employer and careers websites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Week 1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Requirements table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753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Complete a programming course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VLE and online resources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Week 4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Completed exercises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64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Develop a Java project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Tutorials and lecturer feedback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Week 8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GitHub project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97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Update CV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Career service or job shop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Week 9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Updated CV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173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Complete a mock interview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Careers adviser or classmate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Week 10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Interview reflection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412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130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BD26-0012-252B-E48A-06AEB491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Career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75D537-0BD1-0994-CA74-8FF18D9B54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921100"/>
              </p:ext>
            </p:extLst>
          </p:nvPr>
        </p:nvGraphicFramePr>
        <p:xfrm>
          <a:off x="838200" y="1581150"/>
          <a:ext cx="10515600" cy="51206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565480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Possible barriers include: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Lack of time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Lack of confidence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Limited experience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Weak technical skills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Poor </a:t>
                      </a:r>
                      <a:r>
                        <a:rPr lang="en-US" sz="18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endParaRPr lang="en-US" sz="18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Financial limitations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Limited career information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Fear of interviews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Lack of professional contacts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Unrealistic goals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Questions to Ask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could prevent me from completing my goal?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Which barriers can I control?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Who can support me?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alternative action can I take?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When will I review my progress?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335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01462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907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BD81-0A10-CE4C-F980-040824C8E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Careers Information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845536-93D2-63C9-F2BD-DA7C64B4C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371874"/>
              </p:ext>
            </p:extLst>
          </p:nvPr>
        </p:nvGraphicFramePr>
        <p:xfrm>
          <a:off x="838200" y="1654134"/>
          <a:ext cx="10515600" cy="438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012820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information can be obtained from: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Job advertisements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Employer career pages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University career services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University job shops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Professional bodies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websites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Recruitment agencies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Industry reports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fairs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Guest speakers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Professional networks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People working in the industry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Key Message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Do not depend on only one source. Compare information from several reliable sources.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456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4713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96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7B17-C477-1890-8E8D-E5C49340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54393-8A50-37B9-FD44-44874D37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t">
              <a:lnSpc>
                <a:spcPct val="119048"/>
              </a:lnSpc>
              <a:buNone/>
            </a:pPr>
            <a:r>
              <a:rPr lang="en-US" sz="1200" b="1" dirty="0"/>
              <a:t>Ask</a:t>
            </a:r>
          </a:p>
          <a:p>
            <a:pPr fontAlgn="t">
              <a:lnSpc>
                <a:spcPct val="119048"/>
              </a:lnSpc>
              <a:buNone/>
            </a:pPr>
            <a:r>
              <a:rPr lang="en-US" sz="1200" dirty="0"/>
              <a:t>Where can career information be found?</a:t>
            </a:r>
          </a:p>
          <a:p>
            <a:pPr fontAlgn="t">
              <a:lnSpc>
                <a:spcPct val="119048"/>
              </a:lnSpc>
              <a:buNone/>
            </a:pPr>
            <a:r>
              <a:rPr lang="en-US" sz="1200" dirty="0"/>
              <a:t>Possible answers:</a:t>
            </a:r>
          </a:p>
          <a:p>
            <a:pPr marL="800100" lvl="1" indent="-342900" fontAlgn="t">
              <a:lnSpc>
                <a:spcPct val="119048"/>
              </a:lnSpc>
            </a:pPr>
            <a:r>
              <a:rPr lang="en-US" sz="1200" dirty="0"/>
              <a:t>LinkedIn</a:t>
            </a:r>
          </a:p>
          <a:p>
            <a:pPr marL="800100" lvl="1" indent="-342900" fontAlgn="t">
              <a:lnSpc>
                <a:spcPct val="119048"/>
              </a:lnSpc>
            </a:pPr>
            <a:r>
              <a:rPr lang="en-US" sz="1200" dirty="0"/>
              <a:t>Company websites</a:t>
            </a:r>
          </a:p>
          <a:p>
            <a:pPr marL="800100" lvl="1" indent="-342900" fontAlgn="t">
              <a:lnSpc>
                <a:spcPct val="119048"/>
              </a:lnSpc>
            </a:pPr>
            <a:r>
              <a:rPr lang="en-US" sz="1200" dirty="0"/>
              <a:t>Job advertisements</a:t>
            </a:r>
          </a:p>
          <a:p>
            <a:pPr marL="800100" lvl="1" indent="-342900" fontAlgn="t">
              <a:lnSpc>
                <a:spcPct val="119048"/>
              </a:lnSpc>
            </a:pPr>
            <a:r>
              <a:rPr lang="en-US" sz="1200" dirty="0"/>
              <a:t>Career services</a:t>
            </a:r>
          </a:p>
          <a:p>
            <a:pPr marL="800100" lvl="1" indent="-342900" fontAlgn="t">
              <a:lnSpc>
                <a:spcPct val="119048"/>
              </a:lnSpc>
            </a:pPr>
            <a:r>
              <a:rPr lang="en-US" sz="1200" dirty="0"/>
              <a:t>Professional bodies</a:t>
            </a:r>
          </a:p>
          <a:p>
            <a:pPr fontAlgn="t">
              <a:buNone/>
            </a:pPr>
            <a:r>
              <a:rPr lang="en-US" sz="1200" b="1" dirty="0"/>
              <a:t>Example</a:t>
            </a:r>
          </a:p>
          <a:p>
            <a:pPr fontAlgn="t">
              <a:buNone/>
            </a:pPr>
            <a:r>
              <a:rPr lang="en-US" sz="1200" dirty="0"/>
              <a:t>If you want to become a Data Analyst:</a:t>
            </a:r>
          </a:p>
          <a:p>
            <a:pPr fontAlgn="t">
              <a:buNone/>
            </a:pPr>
            <a:r>
              <a:rPr lang="en-US" sz="1200" dirty="0"/>
              <a:t>Look at 10 job advertisements.</a:t>
            </a:r>
          </a:p>
          <a:p>
            <a:pPr fontAlgn="t">
              <a:buNone/>
            </a:pPr>
            <a:r>
              <a:rPr lang="en-US" sz="1200" dirty="0"/>
              <a:t>Identify:</a:t>
            </a:r>
          </a:p>
          <a:p>
            <a:pPr marL="342900" lvl="0" indent="-342900" fontAlgn="t"/>
            <a:r>
              <a:rPr lang="en-US" sz="1200" dirty="0"/>
              <a:t>Skills required</a:t>
            </a:r>
          </a:p>
          <a:p>
            <a:pPr marL="342900" lvl="0" indent="-342900" fontAlgn="t"/>
            <a:r>
              <a:rPr lang="en-US" sz="1200" dirty="0"/>
              <a:t>Software required</a:t>
            </a:r>
          </a:p>
          <a:p>
            <a:pPr marL="342900" lvl="0" indent="-342900" fontAlgn="t"/>
            <a:r>
              <a:rPr lang="en-US" sz="1200" dirty="0"/>
              <a:t>Experience required</a:t>
            </a:r>
          </a:p>
          <a:p>
            <a:pPr fontAlgn="t">
              <a:buNone/>
            </a:pPr>
            <a:r>
              <a:rPr lang="en-US" sz="1200" dirty="0"/>
              <a:t>That tells you what employers actually want.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92062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4E19-0A46-9A0D-CD16-41C4BB9C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Careers Information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11D7C5-DF5B-6F04-7B4F-AC49E8385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389921"/>
              </p:ext>
            </p:extLst>
          </p:nvPr>
        </p:nvGraphicFramePr>
        <p:xfrm>
          <a:off x="838200" y="1623052"/>
          <a:ext cx="10515600" cy="43281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804159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Before using career information, ask: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Who produced the information?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Why was it created?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When was it published or updated?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Is the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reliable?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Is the information relevant to my location?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Is it relevant to my target role?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Does another reliable source provide similar information?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Is the opportunity genuine?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Warning Signs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Be careful if a vacancy: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Asks for payment before an interview.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Promises unrealistic earnings.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Provides no clear employer information.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Uses an unofficial email address.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Requests sensitive personal information too early.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462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0776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061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BC68-949E-9834-03F1-02452E95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Professional Bodies?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3AE3D6-5347-CD17-6EBA-A49D80E44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784827"/>
              </p:ext>
            </p:extLst>
          </p:nvPr>
        </p:nvGraphicFramePr>
        <p:xfrm>
          <a:off x="838200" y="9222072"/>
          <a:ext cx="10515600" cy="426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94298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professional body is an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that supports people working or studying in a particular profession.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bodies may provide: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Industry information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Codes of conduct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standards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 membership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Training opportunities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qualifications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Conferences and events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Networking opportunities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Career guidance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Learning resources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Computing Examples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may research professional bodies related to: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Computing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Software engineering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Cybersecurity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Data analytics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Engineering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Project management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18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97669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508758-F79F-D314-9210-FB22F85B6791}"/>
              </a:ext>
            </a:extLst>
          </p:cNvPr>
          <p:cNvSpPr txBox="1"/>
          <p:nvPr/>
        </p:nvSpPr>
        <p:spPr>
          <a:xfrm>
            <a:off x="838200" y="1396538"/>
            <a:ext cx="10318519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1800" b="0" i="0" dirty="0">
                <a:effectLst/>
                <a:latin typeface="+mn-lt"/>
              </a:rPr>
              <a:t>A </a:t>
            </a:r>
            <a:r>
              <a:rPr lang="en-US" sz="1800" b="1" i="0" dirty="0">
                <a:effectLst/>
                <a:latin typeface="+mn-lt"/>
              </a:rPr>
              <a:t>professional body</a:t>
            </a:r>
            <a:r>
              <a:rPr lang="en-US" sz="1800" b="0" i="0" dirty="0">
                <a:effectLst/>
                <a:latin typeface="+mn-lt"/>
              </a:rPr>
              <a:t> is an </a:t>
            </a:r>
            <a:r>
              <a:rPr lang="en-US" sz="1800" b="0" i="0" dirty="0" err="1">
                <a:effectLst/>
                <a:latin typeface="+mn-lt"/>
              </a:rPr>
              <a:t>organisation</a:t>
            </a:r>
            <a:r>
              <a:rPr lang="en-US" sz="1800" b="0" i="0" dirty="0">
                <a:effectLst/>
                <a:latin typeface="+mn-lt"/>
              </a:rPr>
              <a:t> that supports people who study or work in a particular profession.</a:t>
            </a:r>
            <a:r>
              <a:rPr lang="en-US" dirty="0"/>
              <a:t> Professional bodies help people develop in their profession. </a:t>
            </a:r>
          </a:p>
          <a:p>
            <a:pPr fontAlgn="t">
              <a:lnSpc>
                <a:spcPct val="100000"/>
              </a:lnSpc>
              <a:buNone/>
            </a:pPr>
            <a:endParaRPr lang="en-US" sz="500" b="0" i="0" dirty="0">
              <a:effectLst/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US" sz="1800" b="0" i="0" dirty="0">
                <a:effectLst/>
                <a:latin typeface="+mn-lt"/>
              </a:rPr>
              <a:t>A professional body may represent people working in areas such as: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Computing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Software engineering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Cybersecurity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Data analytics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Engineering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Project management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Information technology</a:t>
            </a:r>
          </a:p>
          <a:p>
            <a:pPr lvl="1" fontAlgn="t"/>
            <a:endParaRPr lang="en-US" sz="500" b="0" i="0" dirty="0">
              <a:effectLst/>
              <a:latin typeface="+mn-lt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US" sz="1800" b="0" i="0" dirty="0">
                <a:effectLst/>
                <a:latin typeface="+mn-lt"/>
              </a:rPr>
              <a:t>Professional bodies connect: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sz="1800" b="1" i="0" dirty="0">
                <a:effectLst/>
                <a:latin typeface="+mn-lt"/>
              </a:rPr>
              <a:t>Students → Education → Industry → Professional Practice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dirty="0"/>
              <a:t>Joining is not enough.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dirty="0"/>
              <a:t>Participating matters.</a:t>
            </a:r>
          </a:p>
        </p:txBody>
      </p:sp>
    </p:spTree>
    <p:extLst>
      <p:ext uri="{BB962C8B-B14F-4D97-AF65-F5344CB8AC3E}">
        <p14:creationId xmlns:p14="http://schemas.microsoft.com/office/powerpoint/2010/main" val="2104031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8F82-7E55-B912-7D25-958CAE23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67EB6-87AB-02A5-6A54-EF3A766D7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fontAlgn="t">
              <a:buNone/>
            </a:pPr>
            <a:r>
              <a:rPr lang="en-US" b="1" dirty="0"/>
              <a:t>Example 1: BCS (British Computer Society)</a:t>
            </a:r>
          </a:p>
          <a:p>
            <a:pPr fontAlgn="t">
              <a:buNone/>
            </a:pPr>
            <a:r>
              <a:rPr lang="en-US" b="1" dirty="0"/>
              <a:t>Simple explanation</a:t>
            </a:r>
          </a:p>
          <a:p>
            <a:pPr fontAlgn="t">
              <a:buNone/>
            </a:pPr>
            <a:r>
              <a:rPr lang="en-US" dirty="0"/>
              <a:t>Think of BCS as a professional organization for IT and Computing professionals.</a:t>
            </a:r>
          </a:p>
          <a:p>
            <a:pPr fontAlgn="t">
              <a:buNone/>
            </a:pPr>
            <a:r>
              <a:rPr lang="en-US" dirty="0"/>
              <a:t>If you become:</a:t>
            </a:r>
          </a:p>
          <a:p>
            <a:pPr marL="342900" lvl="0" indent="-342900" fontAlgn="t"/>
            <a:r>
              <a:rPr lang="en-US" dirty="0"/>
              <a:t>Software Developer</a:t>
            </a:r>
          </a:p>
          <a:p>
            <a:pPr marL="342900" lvl="0" indent="-342900" fontAlgn="t"/>
            <a:r>
              <a:rPr lang="en-US" dirty="0"/>
              <a:t>Business Analyst</a:t>
            </a:r>
          </a:p>
          <a:p>
            <a:pPr marL="342900" lvl="0" indent="-342900" fontAlgn="t"/>
            <a:r>
              <a:rPr lang="en-US" dirty="0"/>
              <a:t>Data Analyst</a:t>
            </a:r>
          </a:p>
          <a:p>
            <a:pPr marL="342900" lvl="0" indent="-342900" fontAlgn="t"/>
            <a:r>
              <a:rPr lang="en-US" dirty="0"/>
              <a:t>IT Manager</a:t>
            </a:r>
          </a:p>
          <a:p>
            <a:pPr fontAlgn="t">
              <a:buNone/>
            </a:pPr>
            <a:r>
              <a:rPr lang="en-US" dirty="0"/>
              <a:t>BCS provides:</a:t>
            </a:r>
          </a:p>
          <a:p>
            <a:pPr marL="342900" lvl="0" indent="-342900" fontAlgn="t"/>
            <a:r>
              <a:rPr lang="en-US" dirty="0"/>
              <a:t>Industry news</a:t>
            </a:r>
          </a:p>
          <a:p>
            <a:pPr marL="342900" lvl="0" indent="-342900" fontAlgn="t"/>
            <a:r>
              <a:rPr lang="en-US" dirty="0"/>
              <a:t>Webinars</a:t>
            </a:r>
          </a:p>
          <a:p>
            <a:pPr marL="342900" lvl="0" indent="-342900" fontAlgn="t"/>
            <a:r>
              <a:rPr lang="en-US" dirty="0"/>
              <a:t>Professional guidance</a:t>
            </a:r>
          </a:p>
          <a:p>
            <a:pPr marL="342900" lvl="0" indent="-342900" fontAlgn="t"/>
            <a:r>
              <a:rPr lang="en-US" dirty="0"/>
              <a:t>Career advice</a:t>
            </a:r>
          </a:p>
          <a:p>
            <a:pPr marL="342900" lvl="0" indent="-342900" fontAlgn="t"/>
            <a:r>
              <a:rPr lang="en-US" dirty="0"/>
              <a:t>Professional standards</a:t>
            </a:r>
          </a:p>
          <a:p>
            <a:pPr fontAlgn="t">
              <a:buNone/>
            </a:pPr>
            <a:r>
              <a:rPr lang="en-US" b="1" dirty="0"/>
              <a:t>Student Example</a:t>
            </a:r>
          </a:p>
          <a:p>
            <a:pPr fontAlgn="t">
              <a:buNone/>
            </a:pPr>
            <a:r>
              <a:rPr lang="en-US" dirty="0"/>
              <a:t>A Foundation student wants to become a Software Developer.</a:t>
            </a:r>
          </a:p>
          <a:p>
            <a:pPr lvl="1" fontAlgn="t">
              <a:buNone/>
            </a:pPr>
            <a:r>
              <a:rPr lang="en-US" dirty="0"/>
              <a:t>BCS may help them:</a:t>
            </a:r>
          </a:p>
          <a:p>
            <a:pPr lvl="1" fontAlgn="t">
              <a:buNone/>
            </a:pPr>
            <a:r>
              <a:rPr lang="en-US" dirty="0"/>
              <a:t> Understand what skills employers want</a:t>
            </a:r>
          </a:p>
          <a:p>
            <a:pPr lvl="1" fontAlgn="t">
              <a:buNone/>
            </a:pPr>
            <a:r>
              <a:rPr lang="en-US" dirty="0"/>
              <a:t> Attend online career sessions</a:t>
            </a:r>
          </a:p>
          <a:p>
            <a:pPr lvl="1" fontAlgn="t">
              <a:buNone/>
            </a:pPr>
            <a:r>
              <a:rPr lang="en-US" dirty="0"/>
              <a:t> Learn professional </a:t>
            </a:r>
            <a:r>
              <a:rPr lang="en-US" dirty="0" err="1"/>
              <a:t>behaviour</a:t>
            </a:r>
            <a:endParaRPr lang="en-US" dirty="0"/>
          </a:p>
          <a:p>
            <a:pPr lvl="1" fontAlgn="t">
              <a:buNone/>
            </a:pPr>
            <a:r>
              <a:rPr lang="en-US" dirty="0"/>
              <a:t> Build professional 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60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7B7D-DFA5-22BE-2CA7-E07A0C4B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70275-F9FF-B93C-824B-99143FFE6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fontAlgn="t">
              <a:buNone/>
            </a:pPr>
            <a:r>
              <a:rPr lang="en-US" b="1" dirty="0"/>
              <a:t>Example 2: ACM</a:t>
            </a:r>
          </a:p>
          <a:p>
            <a:pPr fontAlgn="t">
              <a:buNone/>
            </a:pPr>
            <a:r>
              <a:rPr lang="en-US" b="1" dirty="0"/>
              <a:t>Simple explanation</a:t>
            </a:r>
          </a:p>
          <a:p>
            <a:pPr fontAlgn="t">
              <a:buNone/>
            </a:pPr>
            <a:r>
              <a:rPr lang="en-US" dirty="0"/>
              <a:t>ACM stands for Association for Computing Machinery.</a:t>
            </a:r>
          </a:p>
          <a:p>
            <a:pPr fontAlgn="t">
              <a:buNone/>
            </a:pPr>
            <a:r>
              <a:rPr lang="en-US" dirty="0"/>
              <a:t>ACM is very popular in:</a:t>
            </a:r>
          </a:p>
          <a:p>
            <a:pPr marL="342900" lvl="0" indent="-342900" fontAlgn="t"/>
            <a:r>
              <a:rPr lang="en-US" dirty="0"/>
              <a:t>Computer Science</a:t>
            </a:r>
          </a:p>
          <a:p>
            <a:pPr marL="342900" lvl="0" indent="-342900" fontAlgn="t"/>
            <a:r>
              <a:rPr lang="en-US" dirty="0"/>
              <a:t>Software Engineering</a:t>
            </a:r>
          </a:p>
          <a:p>
            <a:pPr marL="342900" lvl="0" indent="-342900" fontAlgn="t"/>
            <a:r>
              <a:rPr lang="en-US" dirty="0"/>
              <a:t>AI</a:t>
            </a:r>
          </a:p>
          <a:p>
            <a:pPr marL="342900" lvl="0" indent="-342900" fontAlgn="t"/>
            <a:r>
              <a:rPr lang="en-US" dirty="0"/>
              <a:t>Research</a:t>
            </a:r>
          </a:p>
          <a:p>
            <a:pPr fontAlgn="t">
              <a:buNone/>
            </a:pPr>
            <a:r>
              <a:rPr lang="en-US" b="1" dirty="0"/>
              <a:t>Student Example</a:t>
            </a:r>
          </a:p>
          <a:p>
            <a:pPr fontAlgn="t">
              <a:buNone/>
            </a:pPr>
            <a:r>
              <a:rPr lang="en-US" dirty="0"/>
              <a:t>Suppose a student loves:</a:t>
            </a:r>
          </a:p>
          <a:p>
            <a:pPr marL="342900" lvl="0" indent="-342900" fontAlgn="t"/>
            <a:r>
              <a:rPr lang="en-US" dirty="0"/>
              <a:t>AI</a:t>
            </a:r>
          </a:p>
          <a:p>
            <a:pPr marL="342900" lvl="0" indent="-342900" fontAlgn="t"/>
            <a:r>
              <a:rPr lang="en-US" dirty="0"/>
              <a:t>Machine Learning</a:t>
            </a:r>
          </a:p>
          <a:p>
            <a:pPr marL="342900" lvl="0" indent="-342900" fontAlgn="t"/>
            <a:r>
              <a:rPr lang="en-US" dirty="0"/>
              <a:t>Software Development</a:t>
            </a:r>
          </a:p>
          <a:p>
            <a:pPr fontAlgn="t">
              <a:buNone/>
            </a:pPr>
            <a:r>
              <a:rPr lang="en-US" dirty="0"/>
              <a:t>ACM provides:</a:t>
            </a:r>
          </a:p>
          <a:p>
            <a:pPr marL="342900" lvl="0" indent="-342900" fontAlgn="t"/>
            <a:r>
              <a:rPr lang="en-US" dirty="0"/>
              <a:t>Computing articles</a:t>
            </a:r>
          </a:p>
          <a:p>
            <a:pPr marL="342900" lvl="0" indent="-342900" fontAlgn="t"/>
            <a:r>
              <a:rPr lang="en-US" dirty="0"/>
              <a:t>Conferences</a:t>
            </a:r>
          </a:p>
          <a:p>
            <a:pPr marL="342900" lvl="0" indent="-342900" fontAlgn="t"/>
            <a:r>
              <a:rPr lang="en-US" dirty="0"/>
              <a:t>Learning resources</a:t>
            </a:r>
          </a:p>
          <a:p>
            <a:pPr marL="342900" lvl="0" indent="-342900" fontAlgn="t"/>
            <a:r>
              <a:rPr lang="en-US" dirty="0"/>
              <a:t>Technical discussions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640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5531-09B4-B89F-3CA4-695E1BCD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F4047-1A5E-7595-C6BC-F6D3A9FDA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fontAlgn="t">
              <a:buNone/>
            </a:pPr>
            <a:r>
              <a:rPr lang="en-US" b="1" dirty="0"/>
              <a:t>Example 3: IEEE</a:t>
            </a:r>
          </a:p>
          <a:p>
            <a:pPr fontAlgn="t">
              <a:buNone/>
            </a:pPr>
            <a:r>
              <a:rPr lang="en-US" b="1" dirty="0"/>
              <a:t>Simple explanation</a:t>
            </a:r>
          </a:p>
          <a:p>
            <a:pPr fontAlgn="t">
              <a:buNone/>
            </a:pPr>
            <a:r>
              <a:rPr lang="en-US" dirty="0"/>
              <a:t>IEEE is one of the world's largest engineering and technology organizations.</a:t>
            </a:r>
          </a:p>
          <a:p>
            <a:pPr fontAlgn="t">
              <a:buNone/>
            </a:pPr>
            <a:r>
              <a:rPr lang="en-US" dirty="0"/>
              <a:t>Relevant for:</a:t>
            </a:r>
          </a:p>
          <a:p>
            <a:pPr marL="342900" lvl="0" indent="-342900" fontAlgn="t"/>
            <a:r>
              <a:rPr lang="en-US" dirty="0"/>
              <a:t>Computing</a:t>
            </a:r>
          </a:p>
          <a:p>
            <a:pPr marL="342900" lvl="0" indent="-342900" fontAlgn="t"/>
            <a:r>
              <a:rPr lang="en-US" dirty="0"/>
              <a:t>Electronics</a:t>
            </a:r>
          </a:p>
          <a:p>
            <a:pPr marL="342900" lvl="0" indent="-342900" fontAlgn="t"/>
            <a:r>
              <a:rPr lang="en-US" dirty="0"/>
              <a:t>AI</a:t>
            </a:r>
          </a:p>
          <a:p>
            <a:pPr marL="342900" lvl="0" indent="-342900" fontAlgn="t"/>
            <a:r>
              <a:rPr lang="en-US" dirty="0"/>
              <a:t>Networking</a:t>
            </a:r>
          </a:p>
          <a:p>
            <a:pPr marL="342900" lvl="0" indent="-342900" fontAlgn="t"/>
            <a:r>
              <a:rPr lang="en-US" dirty="0"/>
              <a:t>Robotics</a:t>
            </a:r>
          </a:p>
          <a:p>
            <a:pPr marL="342900" lvl="0" indent="-342900" fontAlgn="t"/>
            <a:r>
              <a:rPr lang="en-US" dirty="0"/>
              <a:t>Telecommunications</a:t>
            </a:r>
          </a:p>
          <a:p>
            <a:pPr fontAlgn="t">
              <a:buNone/>
            </a:pPr>
            <a:r>
              <a:rPr lang="en-US" b="1" dirty="0"/>
              <a:t>Student Example</a:t>
            </a:r>
          </a:p>
          <a:p>
            <a:pPr fontAlgn="t">
              <a:buNone/>
            </a:pPr>
            <a:r>
              <a:rPr lang="en-US" dirty="0"/>
              <a:t>A student wants to work in:</a:t>
            </a:r>
          </a:p>
          <a:p>
            <a:pPr marL="342900" lvl="0" indent="-342900" fontAlgn="t"/>
            <a:r>
              <a:rPr lang="en-US" dirty="0"/>
              <a:t>AI</a:t>
            </a:r>
          </a:p>
          <a:p>
            <a:pPr marL="342900" lvl="0" indent="-342900" fontAlgn="t"/>
            <a:r>
              <a:rPr lang="en-US" dirty="0"/>
              <a:t>Networking</a:t>
            </a:r>
          </a:p>
          <a:p>
            <a:pPr marL="342900" lvl="0" indent="-342900" fontAlgn="t"/>
            <a:r>
              <a:rPr lang="en-US" dirty="0"/>
              <a:t>Robotics</a:t>
            </a:r>
          </a:p>
          <a:p>
            <a:pPr marL="342900" lvl="0" indent="-342900" fontAlgn="t"/>
            <a:r>
              <a:rPr lang="en-US" dirty="0"/>
              <a:t>Cloud Computing</a:t>
            </a:r>
          </a:p>
          <a:p>
            <a:pPr fontAlgn="t">
              <a:buNone/>
            </a:pPr>
            <a:r>
              <a:rPr lang="en-US" dirty="0"/>
              <a:t>IEEE provides:</a:t>
            </a:r>
          </a:p>
          <a:p>
            <a:pPr marL="342900" lvl="0" indent="-342900" fontAlgn="t"/>
            <a:r>
              <a:rPr lang="en-US" dirty="0"/>
              <a:t>Research papers</a:t>
            </a:r>
          </a:p>
          <a:p>
            <a:pPr marL="342900" lvl="0" indent="-342900" fontAlgn="t"/>
            <a:r>
              <a:rPr lang="en-US" dirty="0"/>
              <a:t>Technical communities</a:t>
            </a:r>
          </a:p>
          <a:p>
            <a:pPr marL="342900" lvl="0" indent="-342900" fontAlgn="t"/>
            <a:r>
              <a:rPr lang="en-US" dirty="0"/>
              <a:t>Industry events</a:t>
            </a:r>
          </a:p>
          <a:p>
            <a:pPr marL="342900" lvl="0" indent="-342900" fontAlgn="t"/>
            <a:r>
              <a:rPr lang="en-US" dirty="0"/>
              <a:t>Technology standards</a:t>
            </a:r>
          </a:p>
          <a:p>
            <a:pPr marL="0" indent="0" fontAlgn="t">
              <a:buNone/>
            </a:pPr>
            <a:r>
              <a:rPr lang="en-US" dirty="0"/>
              <a:t>IEEE helps professionals stay up to date with new technologies.</a:t>
            </a:r>
          </a:p>
          <a:p>
            <a:pPr marL="342900" lvl="0" indent="-342900" fontAlgn="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737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268C-DF64-BBF8-3612-B1D2E9A9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Professional Body Activity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CC9FBB-A173-8738-BBDE-E1917198B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07153"/>
              </p:ext>
            </p:extLst>
          </p:nvPr>
        </p:nvGraphicFramePr>
        <p:xfrm>
          <a:off x="838200" y="1528804"/>
          <a:ext cx="10515600" cy="31089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270901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Choose one professional body related to your target career.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Find: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The name of the professional body.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The industries or professionals it represents.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Whether student membership is available.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One event or activity it provides.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One learning opportunity it provides.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How joining could support your career development.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+mj-lt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Reflection Question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Would joining this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improve your employability? Explain why.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261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48572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078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8051-DF7F-47E0-75FC-AAFB546D8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793" y="165619"/>
            <a:ext cx="10515600" cy="1325563"/>
          </a:xfrm>
        </p:spPr>
        <p:txBody>
          <a:bodyPr/>
          <a:lstStyle/>
          <a:p>
            <a:r>
              <a:rPr lang="en-US" dirty="0"/>
              <a:t>Volunteering and Employability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CB60B5-DD1F-0EBD-33F9-2489462A5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799941"/>
              </p:ext>
            </p:extLst>
          </p:nvPr>
        </p:nvGraphicFramePr>
        <p:xfrm>
          <a:off x="800793" y="1328150"/>
          <a:ext cx="10515600" cy="5518658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20516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Volunteering means giving time to support an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, project or community without receiving normal employment payment. Volunteering gives experience.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Volunteering can help students develop: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Communication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Teamwork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Leadership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Time management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Organisation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Problem-solving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Confidence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Professional contacts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Workplace awareness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5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Important Point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Volunteering becomes useful career evidence when you can explain: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you did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Which skills you used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you learned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What result you achieved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17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Helping at technology events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Teaching basic computer skills</a:t>
                      </a:r>
                    </a:p>
                    <a:p>
                      <a:pPr marL="342900" lvl="0" indent="-342900" fontAlgn="t">
                        <a:lnSpc>
                          <a:spcPct val="119048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Helping charities with websites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24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1990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43FC-B9FF-5F12-31E4-40A1A847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Computing-Related Volunteering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6A71EF-CFC7-CFC3-2F77-564A30CDA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757154"/>
              </p:ext>
            </p:extLst>
          </p:nvPr>
        </p:nvGraphicFramePr>
        <p:xfrm>
          <a:off x="790074" y="1634081"/>
          <a:ext cx="10515600" cy="3352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68270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Possible volunteering opportunities include: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Helping at a community technology workshop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Teaching basic digital skills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Supporting a charity website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Assisting with a student technology event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Supporting a coding club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Helping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organise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a technology conference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Contributing to an approved community project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Supporting digital-awareness activities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Discussion Question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How could volunteering demonstrate teamwork, communication and responsibility to an employer?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59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6393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210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93D5-C124-6CB8-D517-07CC706E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Service and Job Shop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AEF017-35AC-8AA2-0C49-250F4536D3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310241"/>
              </p:ext>
            </p:extLst>
          </p:nvPr>
        </p:nvGraphicFramePr>
        <p:xfrm>
          <a:off x="802105" y="1348331"/>
          <a:ext cx="10515600" cy="5172774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993441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A university career service or job shop may support students with: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Career guidance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Part-time vacancies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Internship opportunities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Placement information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CV feedback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Cover-letter feedback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Interview practice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Employer events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Career workshops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Professional networking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dirty="0">
                          <a:effectLst/>
                          <a:latin typeface="Segoe UI" panose="020B0502040204020203" pitchFamily="34" charset="0"/>
                        </a:rPr>
                        <a:t>Student Action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Find out: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What career support is available.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How to contact the service.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Which service you need.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When you will use it.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46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800" b="0" i="0" dirty="0">
                          <a:effectLst/>
                          <a:latin typeface="Segoe UI" panose="020B0502040204020203" pitchFamily="34" charset="0"/>
                        </a:rPr>
                        <a:t>Many students never use career services and miss valuable opportunities.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76266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9813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3A77-DB38-AFBB-9C14-4B75A1FF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563"/>
            <a:ext cx="10515600" cy="1325563"/>
          </a:xfrm>
        </p:spPr>
        <p:txBody>
          <a:bodyPr/>
          <a:lstStyle/>
          <a:p>
            <a:r>
              <a:rPr lang="en-US" dirty="0"/>
              <a:t>Developmental Opportunities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D5C2A9-431C-6F95-0AF3-FAB386F2D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214707"/>
              </p:ext>
            </p:extLst>
          </p:nvPr>
        </p:nvGraphicFramePr>
        <p:xfrm>
          <a:off x="882315" y="1247212"/>
          <a:ext cx="10515600" cy="48158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26978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Developmental opportunities help students gain skills, knowledge, experience or professional evidence.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Examples include: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Professional-body membership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Volunteering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Part-time work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Personal projects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Online courses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Industry events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Workshops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Hackathons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Mentoring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Work shadowing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Internships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Career-service appointments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Employer presentations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Key Question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What is your biggest skills gap?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Which opportunity will help you address or close a gap from your skills audit?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53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894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668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D378-CD6E-6464-D5D1-2F2B23721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299B77-727F-B172-D149-EB02E4781A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95067"/>
          <a:ext cx="10515600" cy="2612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421822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01228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6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Opportunity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705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Public speaking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Presentation workshop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49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Online course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709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Volunteering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95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Industry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Professional body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073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CV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Job Shop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290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9770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1334-6A74-FC98-C825-A376E2AB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7A39-7A09-7479-5B4A-363DB4020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>
              <a:buNone/>
            </a:pPr>
            <a:r>
              <a:rPr lang="en-US" b="1" dirty="0"/>
              <a:t>Career Success Formula</a:t>
            </a:r>
          </a:p>
          <a:p>
            <a:pPr fontAlgn="t">
              <a:buNone/>
            </a:pPr>
            <a:r>
              <a:rPr lang="en-US" sz="1700" b="1" dirty="0"/>
              <a:t>Knowledge + Skills + Competencies + Experience + Professional </a:t>
            </a:r>
            <a:r>
              <a:rPr lang="en-US" sz="1700" b="1" dirty="0" err="1"/>
              <a:t>Behaviour</a:t>
            </a:r>
            <a:r>
              <a:rPr lang="en-US" sz="1700" b="1" dirty="0"/>
              <a:t> = Employability</a:t>
            </a:r>
            <a:endParaRPr lang="en-US" sz="1700" dirty="0"/>
          </a:p>
          <a:p>
            <a:pPr fontAlgn="t">
              <a:buNone/>
            </a:pPr>
            <a:r>
              <a:rPr lang="en-US" sz="1800" dirty="0"/>
              <a:t>Then answer: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en-US" sz="1800" dirty="0"/>
              <a:t>What career interests you?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en-US" sz="1800" dirty="0"/>
              <a:t>What skills does it require?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en-US" sz="1800" dirty="0"/>
              <a:t>What are your current strengths?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en-US" sz="1800" dirty="0"/>
              <a:t>What are your gaps?</a:t>
            </a:r>
          </a:p>
          <a:p>
            <a:pPr marL="800100" lvl="1" indent="-342900" fontAlgn="t">
              <a:buFont typeface="+mj-lt"/>
              <a:buAutoNum type="arabicPeriod"/>
            </a:pPr>
            <a:r>
              <a:rPr lang="en-US" sz="1800" dirty="0"/>
              <a:t>What action will you take this week?</a:t>
            </a:r>
          </a:p>
          <a:p>
            <a:pPr fontAlgn="t">
              <a:buNone/>
            </a:pPr>
            <a:r>
              <a:rPr lang="en-US" sz="1800" dirty="0"/>
              <a:t>"University is not only about getting a degree. It is about developing the knowledge, skills, experience and professional </a:t>
            </a:r>
            <a:r>
              <a:rPr lang="en-US" sz="1800" dirty="0" err="1"/>
              <a:t>behaviour</a:t>
            </a:r>
            <a:r>
              <a:rPr lang="en-US" sz="1800" dirty="0"/>
              <a:t> needed for a successful career."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080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5A1F-3706-ECA0-2AC7-CA11F761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085" y="64335"/>
            <a:ext cx="10515600" cy="1325563"/>
          </a:xfrm>
        </p:spPr>
        <p:txBody>
          <a:bodyPr/>
          <a:lstStyle/>
          <a:p>
            <a:r>
              <a:rPr lang="en-US" dirty="0"/>
              <a:t>Main Classroom Activity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AA6ED5-4266-3D2C-3C58-04057EC44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0190264"/>
              </p:ext>
            </p:extLst>
          </p:nvPr>
        </p:nvGraphicFramePr>
        <p:xfrm>
          <a:off x="838200" y="1066800"/>
          <a:ext cx="10515600" cy="5791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62811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Create Your Career Development Plan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600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Part 1: Target Career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Select one computing job role and explain why it interests you.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Part 2: Career Requirements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Identify: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Five required skills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Three areas of knowledge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Two competencies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Part 3: Personal Skills Audit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Identify: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Three current strengths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Evidence for each strength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Two important development areas</a:t>
                      </a:r>
                    </a:p>
                    <a:p>
                      <a:pPr marL="0" lvl="0" indent="0" fontAlgn="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Part 4: Career Goal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Write one SMART career goal.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Part 5: Action Plan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Create three actions with resources, deadlines and expected evidence.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104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05952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879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19AE-4CA3-2CCA-1318-80429C45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 Development Plan Template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69D92F-724D-58CB-1BC7-67039D78D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502860"/>
              </p:ext>
            </p:extLst>
          </p:nvPr>
        </p:nvGraphicFramePr>
        <p:xfrm>
          <a:off x="888076" y="1604804"/>
          <a:ext cx="10515600" cy="2987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0114893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84189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953341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71236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My Target Role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Target job role:</a:t>
                      </a:r>
                      <a:b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Reason for choosing the role: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My Career Goal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SMART career goal: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625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738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Action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Resources or Support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Deadline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Evidence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562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Action 1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931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Action 2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63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Action 3</a:t>
                      </a: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737264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1C7611-ECED-0692-747A-FAAC6ACDD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828102"/>
              </p:ext>
            </p:extLst>
          </p:nvPr>
        </p:nvGraphicFramePr>
        <p:xfrm>
          <a:off x="838200" y="4664580"/>
          <a:ext cx="10515600" cy="19507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02352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1" i="0" dirty="0">
                          <a:effectLst/>
                          <a:latin typeface="Segoe UI" panose="020B0502040204020203" pitchFamily="34" charset="0"/>
                        </a:rPr>
                        <a:t>Development Opportunity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Identify one: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Professional body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Volunteering opportunity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Job-shop service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Workshop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dirty="0">
                          <a:effectLst/>
                          <a:latin typeface="Segoe UI" panose="020B0502040204020203" pitchFamily="34" charset="0"/>
                        </a:rPr>
                        <a:t>Online course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45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6181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979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2373-ED1A-CF30-8E26-FE097571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Questions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404C33-7F2B-5F0A-0980-B169DA6C0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373385"/>
              </p:ext>
            </p:extLst>
          </p:nvPr>
        </p:nvGraphicFramePr>
        <p:xfrm>
          <a:off x="802105" y="1481681"/>
          <a:ext cx="10515600" cy="408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28870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Scenario 1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 student writes “excellent communication” on a CV but provides no evidence.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How can the statement be improved?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Scenario 2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 student has strong programming knowledge but cannot explain technical ideas to customers.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What employability gap exists?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Scenario 3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 student wants to become a software developer but has not researched any vacancies.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What should the student do before creating an action plan?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Scenario 4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 student writes, “I will improve my interview skills.”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Rewrite this as a SMART goal.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Scenario 5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 candidate talks continuously during an assessment-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centre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activity.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Question: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 Is this effective leadership? Explain.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50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24215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7520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7E77-560C-84AA-6AFD-F726ACDF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2B20E-FCD9-070A-2168-026B15DBD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754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3B9F-CB86-B92E-621F-7BC73233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E95CF0-7FA9-02F3-3869-56EF39E9A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179501"/>
              </p:ext>
            </p:extLst>
          </p:nvPr>
        </p:nvGraphicFramePr>
        <p:xfrm>
          <a:off x="838200" y="450827"/>
          <a:ext cx="7413390" cy="7444128"/>
        </p:xfrm>
        <a:graphic>
          <a:graphicData uri="http://schemas.openxmlformats.org/drawingml/2006/table">
            <a:tbl>
              <a:tblPr/>
              <a:tblGrid>
                <a:gridCol w="7413390">
                  <a:extLst>
                    <a:ext uri="{9D8B030D-6E8A-4147-A177-3AD203B41FA5}">
                      <a16:colId xmlns:a16="http://schemas.microsoft.com/office/drawing/2014/main" val="3169662815"/>
                    </a:ext>
                  </a:extLst>
                </a:gridCol>
              </a:tblGrid>
              <a:tr h="4093481">
                <a:tc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Slide 41: Knowledge Check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Decide whether each example represents </a:t>
                      </a: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knowledge, skill or competency</a:t>
                      </a: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Understanding database relationships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Creating a database table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Designing a database solution for a business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Understanding communication principles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Delivering a presentation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Explaining a technical problem to a customer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Understanding cybersecurity threats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Identifying and reporting a security risk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Slide 42: Session Summary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Today we covered: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management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Employability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Knowledge, skills and competencies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Technical and transferable skills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Computing industries and job roles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Skills audits and evidence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Assessment </a:t>
                      </a:r>
                      <a:r>
                        <a:rPr lang="en-US" sz="1600" b="0" i="0" dirty="0" err="1">
                          <a:effectLst/>
                          <a:latin typeface="Segoe UI" panose="020B0502040204020203" pitchFamily="34" charset="0"/>
                        </a:rPr>
                        <a:t>centres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SMART career goals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action planning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Sources of careers information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Professional bodies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Volunteering</a:t>
                      </a:r>
                    </a:p>
                    <a:p>
                      <a:pPr marL="342900" lvl="0" indent="-342900" fontAlgn="t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services and job shops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Final Message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0" i="0" dirty="0">
                          <a:effectLst/>
                          <a:latin typeface="Segoe UI" panose="020B0502040204020203" pitchFamily="34" charset="0"/>
                        </a:rPr>
                        <a:t>Career development requires:</a:t>
                      </a:r>
                    </a:p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Segoe UI" panose="020B0502040204020203" pitchFamily="34" charset="0"/>
                        </a:rPr>
                        <a:t>Self-awareness + Career research + Evidence + Planning + Action + Review</a:t>
                      </a:r>
                      <a:endParaRPr lang="en-US" sz="16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4464" marR="64464" marT="32232" marB="32232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1171"/>
                  </a:ext>
                </a:extLst>
              </a:tr>
              <a:tr h="2578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 marL="64464" marR="64464" marT="32232" marB="32232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51868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6667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EA54-9108-2589-469A-E2D24F99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9F87B6-ACB4-CA8A-998A-C919B3BAAB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03431" y="707602"/>
          <a:ext cx="6785137" cy="6587384"/>
        </p:xfrm>
        <a:graphic>
          <a:graphicData uri="http://schemas.openxmlformats.org/drawingml/2006/table">
            <a:tbl>
              <a:tblPr/>
              <a:tblGrid>
                <a:gridCol w="6785137">
                  <a:extLst>
                    <a:ext uri="{9D8B030D-6E8A-4147-A177-3AD203B41FA5}">
                      <a16:colId xmlns:a16="http://schemas.microsoft.com/office/drawing/2014/main" val="610212598"/>
                    </a:ext>
                  </a:extLst>
                </a:gridCol>
              </a:tblGrid>
              <a:tr h="411533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1" i="0">
                          <a:effectLst/>
                          <a:latin typeface="Segoe UI" panose="020B0502040204020203" pitchFamily="34" charset="0"/>
                        </a:rPr>
                        <a:t>Slide 43: Exit Ticket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Answer these questions individually: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What is employability?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What is the difference between a skill and a competency?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Why should a skill be supported with evidence?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Name one activity used at an assessment centre.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What makes a career goal SMART?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Name one reliable source of careers information.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How can volunteering improve employability?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What is your next career-development action?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</a:br>
                      <a:endParaRPr lang="en-US" sz="7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1" i="0">
                          <a:effectLst/>
                          <a:latin typeface="Segoe UI" panose="020B0502040204020203" pitchFamily="34" charset="0"/>
                        </a:rPr>
                        <a:t>Slide 44: Homework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1" i="0">
                          <a:effectLst/>
                          <a:latin typeface="Segoe UI" panose="020B0502040204020203" pitchFamily="34" charset="0"/>
                        </a:rPr>
                        <a:t>Career Research and Action Plan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Choose one computing job role that interests you.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Complete the following: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State the job title.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Explain why the role interests you.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Use at least three reliable career-information sources.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Identify five skills required for the role.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Identify three relevant knowledge areas.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Identify two competencies.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Provide evidence for three current strengths.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Identify two development gaps.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Write one SMART career goal.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Create an action plan containing four actions.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Identify one relevant professional body, volunteering opportunity or job-shop service.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700" b="1" i="0">
                          <a:effectLst/>
                          <a:latin typeface="Segoe UI" panose="020B0502040204020203" pitchFamily="34" charset="0"/>
                        </a:rPr>
                        <a:t>Submission Requirements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Individual 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Suggested length: 500 to 700 words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Submit as a Word document or PDF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Include links and references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700" b="0" i="0">
                          <a:effectLst/>
                          <a:latin typeface="Segoe UI" panose="020B0502040204020203" pitchFamily="34" charset="0"/>
                        </a:rPr>
                        <a:t>File name: </a:t>
                      </a:r>
                      <a:r>
                        <a:rPr lang="en-US" sz="700" b="1" i="0">
                          <a:effectLst/>
                          <a:latin typeface="Segoe UI" panose="020B0502040204020203" pitchFamily="34" charset="0"/>
                        </a:rPr>
                        <a:t>StudentID_CareerPlan</a:t>
                      </a:r>
                      <a:endParaRPr lang="en-US" sz="7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9001" marR="59001" marT="29501" marB="29501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84901"/>
                  </a:ext>
                </a:extLst>
              </a:tr>
              <a:tr h="23600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9001" marR="59001" marT="29501" marB="29501"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6563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48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3786</Words>
  <Application>Microsoft Office PowerPoint</Application>
  <PresentationFormat>Widescreen</PresentationFormat>
  <Paragraphs>883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Segoe UI</vt:lpstr>
      <vt:lpstr>Office Theme</vt:lpstr>
      <vt:lpstr>CIS092-1 Fundamentals of Study and Employability</vt:lpstr>
      <vt:lpstr>Learning Outcomes</vt:lpstr>
      <vt:lpstr>What Does “Career” Mean to You?</vt:lpstr>
      <vt:lpstr>What Is Career Management?</vt:lpstr>
      <vt:lpstr>Career Management Cycle</vt:lpstr>
      <vt:lpstr>What Is Employability?</vt:lpstr>
      <vt:lpstr>Qualification and Employability</vt:lpstr>
      <vt:lpstr>The Employability Model</vt:lpstr>
      <vt:lpstr>What Is Knowledge?</vt:lpstr>
      <vt:lpstr>What Is a Skill?</vt:lpstr>
      <vt:lpstr>What Is a Competency?</vt:lpstr>
      <vt:lpstr>Knowledge, Skill or Competency?</vt:lpstr>
      <vt:lpstr>Technical and Transferable Skills</vt:lpstr>
      <vt:lpstr>Software Developer Requirements</vt:lpstr>
      <vt:lpstr>Other Computing Job Roles</vt:lpstr>
      <vt:lpstr>Practical Activity 1</vt:lpstr>
      <vt:lpstr>What Is a Skills Audit?</vt:lpstr>
      <vt:lpstr>Skills Audit Example</vt:lpstr>
      <vt:lpstr>Evidence of Employability Skills</vt:lpstr>
      <vt:lpstr>What Are Assessment Centres?</vt:lpstr>
      <vt:lpstr>What Do Employers Observe?</vt:lpstr>
      <vt:lpstr>Assessment-Centre Scenario</vt:lpstr>
      <vt:lpstr>PowerPoint Presentation</vt:lpstr>
      <vt:lpstr>Career Goal Setting</vt:lpstr>
      <vt:lpstr>SMART Career Goals</vt:lpstr>
      <vt:lpstr>SMART Goal Example</vt:lpstr>
      <vt:lpstr>SMART Goal Activity</vt:lpstr>
      <vt:lpstr>What Is Action Planning?</vt:lpstr>
      <vt:lpstr>PowerPoint Presentation</vt:lpstr>
      <vt:lpstr>Career Action Plan Example</vt:lpstr>
      <vt:lpstr>Barriers to Career Goals</vt:lpstr>
      <vt:lpstr>Sources of Careers Information</vt:lpstr>
      <vt:lpstr>PowerPoint Presentation</vt:lpstr>
      <vt:lpstr>Evaluating Careers Information</vt:lpstr>
      <vt:lpstr>What Are Professional Bodies?</vt:lpstr>
      <vt:lpstr>PowerPoint Presentation</vt:lpstr>
      <vt:lpstr>PowerPoint Presentation</vt:lpstr>
      <vt:lpstr>PowerPoint Presentation</vt:lpstr>
      <vt:lpstr>Professional Body Activity</vt:lpstr>
      <vt:lpstr>Volunteering and Employability</vt:lpstr>
      <vt:lpstr>Computing-Related Volunteering</vt:lpstr>
      <vt:lpstr>Career Service and Job Shop</vt:lpstr>
      <vt:lpstr>Developmental Opportunities</vt:lpstr>
      <vt:lpstr>PowerPoint Presentation</vt:lpstr>
      <vt:lpstr>PowerPoint Presentation</vt:lpstr>
      <vt:lpstr>Main Classroom Activity</vt:lpstr>
      <vt:lpstr>Career Development Plan Template</vt:lpstr>
      <vt:lpstr>Scenario Questions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12</cp:revision>
  <dcterms:created xsi:type="dcterms:W3CDTF">2026-09-19T16:26:06Z</dcterms:created>
  <dcterms:modified xsi:type="dcterms:W3CDTF">2026-09-24T02:01:52Z</dcterms:modified>
</cp:coreProperties>
</file>