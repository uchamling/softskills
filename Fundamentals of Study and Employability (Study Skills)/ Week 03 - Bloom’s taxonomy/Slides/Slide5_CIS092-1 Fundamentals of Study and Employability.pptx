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3" r:id="rId4"/>
    <p:sldId id="278" r:id="rId5"/>
    <p:sldId id="274" r:id="rId6"/>
    <p:sldId id="258" r:id="rId7"/>
    <p:sldId id="259" r:id="rId8"/>
    <p:sldId id="275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76" r:id="rId17"/>
    <p:sldId id="267" r:id="rId18"/>
    <p:sldId id="268" r:id="rId19"/>
    <p:sldId id="277" r:id="rId20"/>
    <p:sldId id="269" r:id="rId21"/>
    <p:sldId id="270" r:id="rId22"/>
    <p:sldId id="271" r:id="rId23"/>
    <p:sldId id="279" r:id="rId24"/>
    <p:sldId id="280" r:id="rId25"/>
    <p:sldId id="27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86CCCD-FEF7-4D27-9771-8AEA6C2B35DF}" v="47" dt="2026-09-26T18:07:16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100" d="100"/>
          <a:sy n="100" d="100"/>
        </p:scale>
        <p:origin x="29" y="-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i, Upama" userId="d8ca7f89-5e54-445b-9d24-0c0dc93119ec" providerId="ADAL" clId="{23F3D788-E39F-4307-9F13-A8E13E4C9956}"/>
    <pc:docChg chg="undo custSel addSld modSld sldOrd">
      <pc:chgData name="Rai, Upama" userId="d8ca7f89-5e54-445b-9d24-0c0dc93119ec" providerId="ADAL" clId="{23F3D788-E39F-4307-9F13-A8E13E4C9956}" dt="2026-09-26T18:07:16.132" v="267" actId="20577"/>
      <pc:docMkLst>
        <pc:docMk/>
      </pc:docMkLst>
      <pc:sldChg chg="addSp delSp modSp mod setBg">
        <pc:chgData name="Rai, Upama" userId="d8ca7f89-5e54-445b-9d24-0c0dc93119ec" providerId="ADAL" clId="{23F3D788-E39F-4307-9F13-A8E13E4C9956}" dt="2026-09-26T18:03:30.989" v="239" actId="27636"/>
        <pc:sldMkLst>
          <pc:docMk/>
          <pc:sldMk cId="2191728116" sldId="259"/>
        </pc:sldMkLst>
        <pc:spChg chg="mod">
          <ac:chgData name="Rai, Upama" userId="d8ca7f89-5e54-445b-9d24-0c0dc93119ec" providerId="ADAL" clId="{23F3D788-E39F-4307-9F13-A8E13E4C9956}" dt="2026-09-26T17:46:53.060" v="24" actId="26606"/>
          <ac:spMkLst>
            <pc:docMk/>
            <pc:sldMk cId="2191728116" sldId="259"/>
            <ac:spMk id="2" creationId="{FAD90B08-3FF9-1805-B61D-03B02BE91C5F}"/>
          </ac:spMkLst>
        </pc:spChg>
        <pc:spChg chg="add del mod">
          <ac:chgData name="Rai, Upama" userId="d8ca7f89-5e54-445b-9d24-0c0dc93119ec" providerId="ADAL" clId="{23F3D788-E39F-4307-9F13-A8E13E4C9956}" dt="2026-09-26T18:03:30.989" v="239" actId="27636"/>
          <ac:spMkLst>
            <pc:docMk/>
            <pc:sldMk cId="2191728116" sldId="259"/>
            <ac:spMk id="3" creationId="{447BC9FC-623D-7FA0-0CA4-383EDD349B97}"/>
          </ac:spMkLst>
        </pc:spChg>
        <pc:spChg chg="add del">
          <ac:chgData name="Rai, Upama" userId="d8ca7f89-5e54-445b-9d24-0c0dc93119ec" providerId="ADAL" clId="{23F3D788-E39F-4307-9F13-A8E13E4C9956}" dt="2026-09-26T17:46:38.585" v="12" actId="26606"/>
          <ac:spMkLst>
            <pc:docMk/>
            <pc:sldMk cId="2191728116" sldId="259"/>
            <ac:spMk id="8" creationId="{907EF6B7-1338-4443-8C46-6A318D952DFD}"/>
          </ac:spMkLst>
        </pc:spChg>
        <pc:spChg chg="add del">
          <ac:chgData name="Rai, Upama" userId="d8ca7f89-5e54-445b-9d24-0c0dc93119ec" providerId="ADAL" clId="{23F3D788-E39F-4307-9F13-A8E13E4C9956}" dt="2026-09-26T17:46:45.465" v="18" actId="26606"/>
          <ac:spMkLst>
            <pc:docMk/>
            <pc:sldMk cId="2191728116" sldId="259"/>
            <ac:spMk id="9" creationId="{C05CBC3C-2E5A-4839-8B9B-2E5A6ADF0F58}"/>
          </ac:spMkLst>
        </pc:spChg>
        <pc:spChg chg="add del">
          <ac:chgData name="Rai, Upama" userId="d8ca7f89-5e54-445b-9d24-0c0dc93119ec" providerId="ADAL" clId="{23F3D788-E39F-4307-9F13-A8E13E4C9956}" dt="2026-09-26T17:46:38.585" v="12" actId="26606"/>
          <ac:spMkLst>
            <pc:docMk/>
            <pc:sldMk cId="2191728116" sldId="259"/>
            <ac:spMk id="10" creationId="{DAAE4CDD-124C-4DCF-9584-B6033B545DD5}"/>
          </ac:spMkLst>
        </pc:spChg>
        <pc:spChg chg="add del">
          <ac:chgData name="Rai, Upama" userId="d8ca7f89-5e54-445b-9d24-0c0dc93119ec" providerId="ADAL" clId="{23F3D788-E39F-4307-9F13-A8E13E4C9956}" dt="2026-09-26T17:46:45.465" v="18" actId="26606"/>
          <ac:spMkLst>
            <pc:docMk/>
            <pc:sldMk cId="2191728116" sldId="259"/>
            <ac:spMk id="11" creationId="{DB5B423A-57CC-4C58-AA26-8E2E862B03A0}"/>
          </ac:spMkLst>
        </pc:spChg>
        <pc:spChg chg="add del">
          <ac:chgData name="Rai, Upama" userId="d8ca7f89-5e54-445b-9d24-0c0dc93119ec" providerId="ADAL" clId="{23F3D788-E39F-4307-9F13-A8E13E4C9956}" dt="2026-09-26T17:46:38.585" v="12" actId="26606"/>
          <ac:spMkLst>
            <pc:docMk/>
            <pc:sldMk cId="2191728116" sldId="259"/>
            <ac:spMk id="12" creationId="{081E4A58-353D-44AE-B2FC-2A74E2E400F7}"/>
          </ac:spMkLst>
        </pc:spChg>
        <pc:spChg chg="add del">
          <ac:chgData name="Rai, Upama" userId="d8ca7f89-5e54-445b-9d24-0c0dc93119ec" providerId="ADAL" clId="{23F3D788-E39F-4307-9F13-A8E13E4C9956}" dt="2026-09-26T17:46:48.435" v="20" actId="26606"/>
          <ac:spMkLst>
            <pc:docMk/>
            <pc:sldMk cId="2191728116" sldId="259"/>
            <ac:spMk id="13" creationId="{907EF6B7-1338-4443-8C46-6A318D952DFD}"/>
          </ac:spMkLst>
        </pc:spChg>
        <pc:spChg chg="add del">
          <ac:chgData name="Rai, Upama" userId="d8ca7f89-5e54-445b-9d24-0c0dc93119ec" providerId="ADAL" clId="{23F3D788-E39F-4307-9F13-A8E13E4C9956}" dt="2026-09-26T17:46:39.273" v="14" actId="26606"/>
          <ac:spMkLst>
            <pc:docMk/>
            <pc:sldMk cId="2191728116" sldId="259"/>
            <ac:spMk id="14" creationId="{21C9FE86-FCC3-4A31-AA1C-C882262B7FE7}"/>
          </ac:spMkLst>
        </pc:spChg>
        <pc:spChg chg="add del">
          <ac:chgData name="Rai, Upama" userId="d8ca7f89-5e54-445b-9d24-0c0dc93119ec" providerId="ADAL" clId="{23F3D788-E39F-4307-9F13-A8E13E4C9956}" dt="2026-09-26T17:46:39.273" v="14" actId="26606"/>
          <ac:spMkLst>
            <pc:docMk/>
            <pc:sldMk cId="2191728116" sldId="259"/>
            <ac:spMk id="15" creationId="{DEE2AD96-B495-4E06-9291-B71706F728CB}"/>
          </ac:spMkLst>
        </pc:spChg>
        <pc:spChg chg="add del">
          <ac:chgData name="Rai, Upama" userId="d8ca7f89-5e54-445b-9d24-0c0dc93119ec" providerId="ADAL" clId="{23F3D788-E39F-4307-9F13-A8E13E4C9956}" dt="2026-09-26T17:46:39.273" v="14" actId="26606"/>
          <ac:spMkLst>
            <pc:docMk/>
            <pc:sldMk cId="2191728116" sldId="259"/>
            <ac:spMk id="16" creationId="{7D96243B-ECED-4B71-8E06-AE9A285EAD20}"/>
          </ac:spMkLst>
        </pc:spChg>
        <pc:spChg chg="add del">
          <ac:chgData name="Rai, Upama" userId="d8ca7f89-5e54-445b-9d24-0c0dc93119ec" providerId="ADAL" clId="{23F3D788-E39F-4307-9F13-A8E13E4C9956}" dt="2026-09-26T17:46:39.273" v="14" actId="26606"/>
          <ac:spMkLst>
            <pc:docMk/>
            <pc:sldMk cId="2191728116" sldId="259"/>
            <ac:spMk id="17" creationId="{53CF6D67-C5A8-4ADD-9E8E-1E38CA1D3166}"/>
          </ac:spMkLst>
        </pc:spChg>
        <pc:spChg chg="add del">
          <ac:chgData name="Rai, Upama" userId="d8ca7f89-5e54-445b-9d24-0c0dc93119ec" providerId="ADAL" clId="{23F3D788-E39F-4307-9F13-A8E13E4C9956}" dt="2026-09-26T17:46:39.273" v="14" actId="26606"/>
          <ac:spMkLst>
            <pc:docMk/>
            <pc:sldMk cId="2191728116" sldId="259"/>
            <ac:spMk id="18" creationId="{A09989E4-EFDC-4A90-A633-E0525FB4139E}"/>
          </ac:spMkLst>
        </pc:spChg>
        <pc:spChg chg="add del">
          <ac:chgData name="Rai, Upama" userId="d8ca7f89-5e54-445b-9d24-0c0dc93119ec" providerId="ADAL" clId="{23F3D788-E39F-4307-9F13-A8E13E4C9956}" dt="2026-09-26T17:46:39.273" v="14" actId="26606"/>
          <ac:spMkLst>
            <pc:docMk/>
            <pc:sldMk cId="2191728116" sldId="259"/>
            <ac:spMk id="19" creationId="{86909FA0-B515-4681-B7A8-FA281D133B94}"/>
          </ac:spMkLst>
        </pc:spChg>
        <pc:spChg chg="add del">
          <ac:chgData name="Rai, Upama" userId="d8ca7f89-5e54-445b-9d24-0c0dc93119ec" providerId="ADAL" clId="{23F3D788-E39F-4307-9F13-A8E13E4C9956}" dt="2026-09-26T17:46:48.435" v="20" actId="26606"/>
          <ac:spMkLst>
            <pc:docMk/>
            <pc:sldMk cId="2191728116" sldId="259"/>
            <ac:spMk id="20" creationId="{DAAE4CDD-124C-4DCF-9584-B6033B545DD5}"/>
          </ac:spMkLst>
        </pc:spChg>
        <pc:spChg chg="add del">
          <ac:chgData name="Rai, Upama" userId="d8ca7f89-5e54-445b-9d24-0c0dc93119ec" providerId="ADAL" clId="{23F3D788-E39F-4307-9F13-A8E13E4C9956}" dt="2026-09-26T17:46:41.642" v="16" actId="26606"/>
          <ac:spMkLst>
            <pc:docMk/>
            <pc:sldMk cId="2191728116" sldId="259"/>
            <ac:spMk id="21" creationId="{907EF6B7-1338-4443-8C46-6A318D952DFD}"/>
          </ac:spMkLst>
        </pc:spChg>
        <pc:spChg chg="add del">
          <ac:chgData name="Rai, Upama" userId="d8ca7f89-5e54-445b-9d24-0c0dc93119ec" providerId="ADAL" clId="{23F3D788-E39F-4307-9F13-A8E13E4C9956}" dt="2026-09-26T17:46:41.642" v="16" actId="26606"/>
          <ac:spMkLst>
            <pc:docMk/>
            <pc:sldMk cId="2191728116" sldId="259"/>
            <ac:spMk id="22" creationId="{DAAE4CDD-124C-4DCF-9584-B6033B545DD5}"/>
          </ac:spMkLst>
        </pc:spChg>
        <pc:spChg chg="add del">
          <ac:chgData name="Rai, Upama" userId="d8ca7f89-5e54-445b-9d24-0c0dc93119ec" providerId="ADAL" clId="{23F3D788-E39F-4307-9F13-A8E13E4C9956}" dt="2026-09-26T17:46:41.642" v="16" actId="26606"/>
          <ac:spMkLst>
            <pc:docMk/>
            <pc:sldMk cId="2191728116" sldId="259"/>
            <ac:spMk id="23" creationId="{081E4A58-353D-44AE-B2FC-2A74E2E400F7}"/>
          </ac:spMkLst>
        </pc:spChg>
        <pc:spChg chg="add del">
          <ac:chgData name="Rai, Upama" userId="d8ca7f89-5e54-445b-9d24-0c0dc93119ec" providerId="ADAL" clId="{23F3D788-E39F-4307-9F13-A8E13E4C9956}" dt="2026-09-26T17:46:48.435" v="20" actId="26606"/>
          <ac:spMkLst>
            <pc:docMk/>
            <pc:sldMk cId="2191728116" sldId="259"/>
            <ac:spMk id="24" creationId="{081E4A58-353D-44AE-B2FC-2A74E2E400F7}"/>
          </ac:spMkLst>
        </pc:spChg>
        <pc:spChg chg="add del">
          <ac:chgData name="Rai, Upama" userId="d8ca7f89-5e54-445b-9d24-0c0dc93119ec" providerId="ADAL" clId="{23F3D788-E39F-4307-9F13-A8E13E4C9956}" dt="2026-09-26T17:46:48.435" v="20" actId="26606"/>
          <ac:spMkLst>
            <pc:docMk/>
            <pc:sldMk cId="2191728116" sldId="259"/>
            <ac:spMk id="25" creationId="{447BC9FC-623D-7FA0-0CA4-383EDD349B97}"/>
          </ac:spMkLst>
        </pc:spChg>
        <pc:spChg chg="add del">
          <ac:chgData name="Rai, Upama" userId="d8ca7f89-5e54-445b-9d24-0c0dc93119ec" providerId="ADAL" clId="{23F3D788-E39F-4307-9F13-A8E13E4C9956}" dt="2026-09-26T17:46:50.098" v="22" actId="26606"/>
          <ac:spMkLst>
            <pc:docMk/>
            <pc:sldMk cId="2191728116" sldId="259"/>
            <ac:spMk id="27" creationId="{DEE2AD96-B495-4E06-9291-B71706F728CB}"/>
          </ac:spMkLst>
        </pc:spChg>
        <pc:spChg chg="add del">
          <ac:chgData name="Rai, Upama" userId="d8ca7f89-5e54-445b-9d24-0c0dc93119ec" providerId="ADAL" clId="{23F3D788-E39F-4307-9F13-A8E13E4C9956}" dt="2026-09-26T17:46:50.098" v="22" actId="26606"/>
          <ac:spMkLst>
            <pc:docMk/>
            <pc:sldMk cId="2191728116" sldId="259"/>
            <ac:spMk id="28" creationId="{53CF6D67-C5A8-4ADD-9E8E-1E38CA1D3166}"/>
          </ac:spMkLst>
        </pc:spChg>
        <pc:spChg chg="add del">
          <ac:chgData name="Rai, Upama" userId="d8ca7f89-5e54-445b-9d24-0c0dc93119ec" providerId="ADAL" clId="{23F3D788-E39F-4307-9F13-A8E13E4C9956}" dt="2026-09-26T17:46:50.098" v="22" actId="26606"/>
          <ac:spMkLst>
            <pc:docMk/>
            <pc:sldMk cId="2191728116" sldId="259"/>
            <ac:spMk id="29" creationId="{86909FA0-B515-4681-B7A8-FA281D133B94}"/>
          </ac:spMkLst>
        </pc:spChg>
        <pc:spChg chg="add del">
          <ac:chgData name="Rai, Upama" userId="d8ca7f89-5e54-445b-9d24-0c0dc93119ec" providerId="ADAL" clId="{23F3D788-E39F-4307-9F13-A8E13E4C9956}" dt="2026-09-26T17:46:50.098" v="22" actId="26606"/>
          <ac:spMkLst>
            <pc:docMk/>
            <pc:sldMk cId="2191728116" sldId="259"/>
            <ac:spMk id="30" creationId="{21C9FE86-FCC3-4A31-AA1C-C882262B7FE7}"/>
          </ac:spMkLst>
        </pc:spChg>
        <pc:spChg chg="add del">
          <ac:chgData name="Rai, Upama" userId="d8ca7f89-5e54-445b-9d24-0c0dc93119ec" providerId="ADAL" clId="{23F3D788-E39F-4307-9F13-A8E13E4C9956}" dt="2026-09-26T17:46:50.098" v="22" actId="26606"/>
          <ac:spMkLst>
            <pc:docMk/>
            <pc:sldMk cId="2191728116" sldId="259"/>
            <ac:spMk id="31" creationId="{7D96243B-ECED-4B71-8E06-AE9A285EAD20}"/>
          </ac:spMkLst>
        </pc:spChg>
        <pc:spChg chg="add del">
          <ac:chgData name="Rai, Upama" userId="d8ca7f89-5e54-445b-9d24-0c0dc93119ec" providerId="ADAL" clId="{23F3D788-E39F-4307-9F13-A8E13E4C9956}" dt="2026-09-26T17:46:50.098" v="22" actId="26606"/>
          <ac:spMkLst>
            <pc:docMk/>
            <pc:sldMk cId="2191728116" sldId="259"/>
            <ac:spMk id="32" creationId="{A09989E4-EFDC-4A90-A633-E0525FB4139E}"/>
          </ac:spMkLst>
        </pc:spChg>
        <pc:spChg chg="add del">
          <ac:chgData name="Rai, Upama" userId="d8ca7f89-5e54-445b-9d24-0c0dc93119ec" providerId="ADAL" clId="{23F3D788-E39F-4307-9F13-A8E13E4C9956}" dt="2026-09-26T17:46:50.098" v="22" actId="26606"/>
          <ac:spMkLst>
            <pc:docMk/>
            <pc:sldMk cId="2191728116" sldId="259"/>
            <ac:spMk id="33" creationId="{447BC9FC-623D-7FA0-0CA4-383EDD349B97}"/>
          </ac:spMkLst>
        </pc:spChg>
        <pc:spChg chg="add del">
          <ac:chgData name="Rai, Upama" userId="d8ca7f89-5e54-445b-9d24-0c0dc93119ec" providerId="ADAL" clId="{23F3D788-E39F-4307-9F13-A8E13E4C9956}" dt="2026-09-26T17:46:53.060" v="24" actId="26606"/>
          <ac:spMkLst>
            <pc:docMk/>
            <pc:sldMk cId="2191728116" sldId="259"/>
            <ac:spMk id="35" creationId="{907EF6B7-1338-4443-8C46-6A318D952DFD}"/>
          </ac:spMkLst>
        </pc:spChg>
        <pc:spChg chg="add del">
          <ac:chgData name="Rai, Upama" userId="d8ca7f89-5e54-445b-9d24-0c0dc93119ec" providerId="ADAL" clId="{23F3D788-E39F-4307-9F13-A8E13E4C9956}" dt="2026-09-26T17:46:53.060" v="24" actId="26606"/>
          <ac:spMkLst>
            <pc:docMk/>
            <pc:sldMk cId="2191728116" sldId="259"/>
            <ac:spMk id="36" creationId="{DAAE4CDD-124C-4DCF-9584-B6033B545DD5}"/>
          </ac:spMkLst>
        </pc:spChg>
        <pc:spChg chg="add del">
          <ac:chgData name="Rai, Upama" userId="d8ca7f89-5e54-445b-9d24-0c0dc93119ec" providerId="ADAL" clId="{23F3D788-E39F-4307-9F13-A8E13E4C9956}" dt="2026-09-26T17:46:53.060" v="24" actId="26606"/>
          <ac:spMkLst>
            <pc:docMk/>
            <pc:sldMk cId="2191728116" sldId="259"/>
            <ac:spMk id="37" creationId="{081E4A58-353D-44AE-B2FC-2A74E2E400F7}"/>
          </ac:spMkLst>
        </pc:spChg>
        <pc:spChg chg="add del">
          <ac:chgData name="Rai, Upama" userId="d8ca7f89-5e54-445b-9d24-0c0dc93119ec" providerId="ADAL" clId="{23F3D788-E39F-4307-9F13-A8E13E4C9956}" dt="2026-09-26T17:46:53.060" v="24" actId="26606"/>
          <ac:spMkLst>
            <pc:docMk/>
            <pc:sldMk cId="2191728116" sldId="259"/>
            <ac:spMk id="38" creationId="{447BC9FC-623D-7FA0-0CA4-383EDD349B97}"/>
          </ac:spMkLst>
        </pc:spChg>
        <pc:graphicFrameChg chg="add del">
          <ac:chgData name="Rai, Upama" userId="d8ca7f89-5e54-445b-9d24-0c0dc93119ec" providerId="ADAL" clId="{23F3D788-E39F-4307-9F13-A8E13E4C9956}" dt="2026-09-26T17:46:45.465" v="18" actId="26606"/>
          <ac:graphicFrameMkLst>
            <pc:docMk/>
            <pc:sldMk cId="2191728116" sldId="259"/>
            <ac:graphicFrameMk id="5" creationId="{A9B59FEE-C24C-724A-333A-3DD844641FFE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6T17:50:21.719" v="85" actId="20577"/>
        <pc:sldMkLst>
          <pc:docMk/>
          <pc:sldMk cId="2469918217" sldId="261"/>
        </pc:sldMkLst>
        <pc:spChg chg="mod">
          <ac:chgData name="Rai, Upama" userId="d8ca7f89-5e54-445b-9d24-0c0dc93119ec" providerId="ADAL" clId="{23F3D788-E39F-4307-9F13-A8E13E4C9956}" dt="2026-09-26T17:50:21.719" v="85" actId="20577"/>
          <ac:spMkLst>
            <pc:docMk/>
            <pc:sldMk cId="2469918217" sldId="261"/>
            <ac:spMk id="3" creationId="{523AD9EB-E009-E9AF-7520-9A9FEA454D2D}"/>
          </ac:spMkLst>
        </pc:spChg>
      </pc:sldChg>
      <pc:sldChg chg="modSp mod">
        <pc:chgData name="Rai, Upama" userId="d8ca7f89-5e54-445b-9d24-0c0dc93119ec" providerId="ADAL" clId="{23F3D788-E39F-4307-9F13-A8E13E4C9956}" dt="2026-09-26T17:51:56.492" v="129" actId="20577"/>
        <pc:sldMkLst>
          <pc:docMk/>
          <pc:sldMk cId="2043216012" sldId="262"/>
        </pc:sldMkLst>
        <pc:spChg chg="mod">
          <ac:chgData name="Rai, Upama" userId="d8ca7f89-5e54-445b-9d24-0c0dc93119ec" providerId="ADAL" clId="{23F3D788-E39F-4307-9F13-A8E13E4C9956}" dt="2026-09-26T17:51:56.492" v="129" actId="20577"/>
          <ac:spMkLst>
            <pc:docMk/>
            <pc:sldMk cId="2043216012" sldId="262"/>
            <ac:spMk id="3" creationId="{E4D2A636-A9C9-07EB-55BF-382207A9F016}"/>
          </ac:spMkLst>
        </pc:spChg>
      </pc:sldChg>
      <pc:sldChg chg="modSp mod">
        <pc:chgData name="Rai, Upama" userId="d8ca7f89-5e54-445b-9d24-0c0dc93119ec" providerId="ADAL" clId="{23F3D788-E39F-4307-9F13-A8E13E4C9956}" dt="2026-09-26T17:52:43.005" v="146" actId="20577"/>
        <pc:sldMkLst>
          <pc:docMk/>
          <pc:sldMk cId="3256940930" sldId="264"/>
        </pc:sldMkLst>
        <pc:spChg chg="mod">
          <ac:chgData name="Rai, Upama" userId="d8ca7f89-5e54-445b-9d24-0c0dc93119ec" providerId="ADAL" clId="{23F3D788-E39F-4307-9F13-A8E13E4C9956}" dt="2026-09-26T17:52:43.005" v="146" actId="20577"/>
          <ac:spMkLst>
            <pc:docMk/>
            <pc:sldMk cId="3256940930" sldId="264"/>
            <ac:spMk id="3" creationId="{43BC2CAC-BCEA-5F34-F0F5-B0C21E15DD4C}"/>
          </ac:spMkLst>
        </pc:spChg>
      </pc:sldChg>
      <pc:sldChg chg="modSp mod">
        <pc:chgData name="Rai, Upama" userId="d8ca7f89-5e54-445b-9d24-0c0dc93119ec" providerId="ADAL" clId="{23F3D788-E39F-4307-9F13-A8E13E4C9956}" dt="2026-09-26T17:53:47.305" v="150" actId="20577"/>
        <pc:sldMkLst>
          <pc:docMk/>
          <pc:sldMk cId="2506574786" sldId="265"/>
        </pc:sldMkLst>
        <pc:spChg chg="mod">
          <ac:chgData name="Rai, Upama" userId="d8ca7f89-5e54-445b-9d24-0c0dc93119ec" providerId="ADAL" clId="{23F3D788-E39F-4307-9F13-A8E13E4C9956}" dt="2026-09-26T17:53:47.305" v="150" actId="20577"/>
          <ac:spMkLst>
            <pc:docMk/>
            <pc:sldMk cId="2506574786" sldId="265"/>
            <ac:spMk id="3" creationId="{C710E15E-1238-F794-B66F-3D01944AE990}"/>
          </ac:spMkLst>
        </pc:spChg>
      </pc:sldChg>
      <pc:sldChg chg="modSp mod">
        <pc:chgData name="Rai, Upama" userId="d8ca7f89-5e54-445b-9d24-0c0dc93119ec" providerId="ADAL" clId="{23F3D788-E39F-4307-9F13-A8E13E4C9956}" dt="2026-09-26T17:54:50.702" v="163" actId="27636"/>
        <pc:sldMkLst>
          <pc:docMk/>
          <pc:sldMk cId="1753456367" sldId="266"/>
        </pc:sldMkLst>
        <pc:spChg chg="mod">
          <ac:chgData name="Rai, Upama" userId="d8ca7f89-5e54-445b-9d24-0c0dc93119ec" providerId="ADAL" clId="{23F3D788-E39F-4307-9F13-A8E13E4C9956}" dt="2026-09-26T17:54:50.702" v="163" actId="27636"/>
          <ac:spMkLst>
            <pc:docMk/>
            <pc:sldMk cId="1753456367" sldId="266"/>
            <ac:spMk id="3" creationId="{505117A3-3781-63B3-32C7-33C595027A58}"/>
          </ac:spMkLst>
        </pc:spChg>
      </pc:sldChg>
      <pc:sldChg chg="modSp mod">
        <pc:chgData name="Rai, Upama" userId="d8ca7f89-5e54-445b-9d24-0c0dc93119ec" providerId="ADAL" clId="{23F3D788-E39F-4307-9F13-A8E13E4C9956}" dt="2026-09-26T17:55:53.380" v="175" actId="20577"/>
        <pc:sldMkLst>
          <pc:docMk/>
          <pc:sldMk cId="4121494108" sldId="267"/>
        </pc:sldMkLst>
        <pc:spChg chg="mod">
          <ac:chgData name="Rai, Upama" userId="d8ca7f89-5e54-445b-9d24-0c0dc93119ec" providerId="ADAL" clId="{23F3D788-E39F-4307-9F13-A8E13E4C9956}" dt="2026-09-26T17:55:53.380" v="175" actId="20577"/>
          <ac:spMkLst>
            <pc:docMk/>
            <pc:sldMk cId="4121494108" sldId="267"/>
            <ac:spMk id="3" creationId="{E172B240-9BD8-12EE-8C5B-A6E1FF75C743}"/>
          </ac:spMkLst>
        </pc:spChg>
      </pc:sldChg>
      <pc:sldChg chg="ord">
        <pc:chgData name="Rai, Upama" userId="d8ca7f89-5e54-445b-9d24-0c0dc93119ec" providerId="ADAL" clId="{23F3D788-E39F-4307-9F13-A8E13E4C9956}" dt="2026-09-26T18:00:39.713" v="228"/>
        <pc:sldMkLst>
          <pc:docMk/>
          <pc:sldMk cId="373357005" sldId="272"/>
        </pc:sldMkLst>
      </pc:sldChg>
      <pc:sldChg chg="modSp new mod">
        <pc:chgData name="Rai, Upama" userId="d8ca7f89-5e54-445b-9d24-0c0dc93119ec" providerId="ADAL" clId="{23F3D788-E39F-4307-9F13-A8E13E4C9956}" dt="2026-09-26T18:02:32.830" v="229" actId="14100"/>
        <pc:sldMkLst>
          <pc:docMk/>
          <pc:sldMk cId="1047666157" sldId="273"/>
        </pc:sldMkLst>
        <pc:spChg chg="mod">
          <ac:chgData name="Rai, Upama" userId="d8ca7f89-5e54-445b-9d24-0c0dc93119ec" providerId="ADAL" clId="{23F3D788-E39F-4307-9F13-A8E13E4C9956}" dt="2026-09-26T17:45:40.416" v="4" actId="20577"/>
          <ac:spMkLst>
            <pc:docMk/>
            <pc:sldMk cId="1047666157" sldId="273"/>
            <ac:spMk id="2" creationId="{742C5047-2A01-AAF1-EB99-D537589CF389}"/>
          </ac:spMkLst>
        </pc:spChg>
        <pc:spChg chg="mod">
          <ac:chgData name="Rai, Upama" userId="d8ca7f89-5e54-445b-9d24-0c0dc93119ec" providerId="ADAL" clId="{23F3D788-E39F-4307-9F13-A8E13E4C9956}" dt="2026-09-26T17:45:32.477" v="3" actId="20577"/>
          <ac:spMkLst>
            <pc:docMk/>
            <pc:sldMk cId="1047666157" sldId="273"/>
            <ac:spMk id="3" creationId="{2D0653FD-59E0-BB71-6C87-3A6C615376B9}"/>
          </ac:spMkLst>
        </pc:spChg>
        <pc:spChg chg="mod">
          <ac:chgData name="Rai, Upama" userId="d8ca7f89-5e54-445b-9d24-0c0dc93119ec" providerId="ADAL" clId="{23F3D788-E39F-4307-9F13-A8E13E4C9956}" dt="2026-09-26T18:02:32.830" v="229" actId="14100"/>
          <ac:spMkLst>
            <pc:docMk/>
            <pc:sldMk cId="1047666157" sldId="273"/>
            <ac:spMk id="5" creationId="{3DA70A48-2FD0-3847-F198-A20F41F40768}"/>
          </ac:spMkLst>
        </pc:spChg>
      </pc:sldChg>
      <pc:sldChg chg="modSp new mod">
        <pc:chgData name="Rai, Upama" userId="d8ca7f89-5e54-445b-9d24-0c0dc93119ec" providerId="ADAL" clId="{23F3D788-E39F-4307-9F13-A8E13E4C9956}" dt="2026-09-26T17:46:20.095" v="10" actId="5793"/>
        <pc:sldMkLst>
          <pc:docMk/>
          <pc:sldMk cId="2973461863" sldId="274"/>
        </pc:sldMkLst>
        <pc:spChg chg="mod">
          <ac:chgData name="Rai, Upama" userId="d8ca7f89-5e54-445b-9d24-0c0dc93119ec" providerId="ADAL" clId="{23F3D788-E39F-4307-9F13-A8E13E4C9956}" dt="2026-09-26T17:46:05.361" v="6" actId="20577"/>
          <ac:spMkLst>
            <pc:docMk/>
            <pc:sldMk cId="2973461863" sldId="274"/>
            <ac:spMk id="2" creationId="{A0165A79-7FEE-D513-7308-2EAE2A856BD8}"/>
          </ac:spMkLst>
        </pc:spChg>
        <pc:spChg chg="mod">
          <ac:chgData name="Rai, Upama" userId="d8ca7f89-5e54-445b-9d24-0c0dc93119ec" providerId="ADAL" clId="{23F3D788-E39F-4307-9F13-A8E13E4C9956}" dt="2026-09-26T17:46:20.095" v="10" actId="5793"/>
          <ac:spMkLst>
            <pc:docMk/>
            <pc:sldMk cId="2973461863" sldId="274"/>
            <ac:spMk id="3" creationId="{C0980BA9-EDB3-B15A-F7F5-FFDE6DE1B459}"/>
          </ac:spMkLst>
        </pc:spChg>
      </pc:sldChg>
      <pc:sldChg chg="modSp new mod">
        <pc:chgData name="Rai, Upama" userId="d8ca7f89-5e54-445b-9d24-0c0dc93119ec" providerId="ADAL" clId="{23F3D788-E39F-4307-9F13-A8E13E4C9956}" dt="2026-09-26T17:48:20.249" v="49" actId="20577"/>
        <pc:sldMkLst>
          <pc:docMk/>
          <pc:sldMk cId="2379304496" sldId="275"/>
        </pc:sldMkLst>
        <pc:spChg chg="mod">
          <ac:chgData name="Rai, Upama" userId="d8ca7f89-5e54-445b-9d24-0c0dc93119ec" providerId="ADAL" clId="{23F3D788-E39F-4307-9F13-A8E13E4C9956}" dt="2026-09-26T17:48:20.249" v="49" actId="20577"/>
          <ac:spMkLst>
            <pc:docMk/>
            <pc:sldMk cId="2379304496" sldId="275"/>
            <ac:spMk id="2" creationId="{C0C9CE61-F149-97A7-10A5-009D2981AE98}"/>
          </ac:spMkLst>
        </pc:spChg>
      </pc:sldChg>
      <pc:sldChg chg="modSp add mod">
        <pc:chgData name="Rai, Upama" userId="d8ca7f89-5e54-445b-9d24-0c0dc93119ec" providerId="ADAL" clId="{23F3D788-E39F-4307-9F13-A8E13E4C9956}" dt="2026-09-26T17:55:20.143" v="173" actId="20577"/>
        <pc:sldMkLst>
          <pc:docMk/>
          <pc:sldMk cId="3995318700" sldId="276"/>
        </pc:sldMkLst>
        <pc:spChg chg="mod">
          <ac:chgData name="Rai, Upama" userId="d8ca7f89-5e54-445b-9d24-0c0dc93119ec" providerId="ADAL" clId="{23F3D788-E39F-4307-9F13-A8E13E4C9956}" dt="2026-09-26T17:55:20.143" v="173" actId="20577"/>
          <ac:spMkLst>
            <pc:docMk/>
            <pc:sldMk cId="3995318700" sldId="276"/>
            <ac:spMk id="3" creationId="{31550F67-DFC9-3B8D-3AEB-11C367AFE3CB}"/>
          </ac:spMkLst>
        </pc:spChg>
      </pc:sldChg>
      <pc:sldChg chg="modSp new mod">
        <pc:chgData name="Rai, Upama" userId="d8ca7f89-5e54-445b-9d24-0c0dc93119ec" providerId="ADAL" clId="{23F3D788-E39F-4307-9F13-A8E13E4C9956}" dt="2026-09-26T17:56:58.999" v="192" actId="113"/>
        <pc:sldMkLst>
          <pc:docMk/>
          <pc:sldMk cId="3257601127" sldId="277"/>
        </pc:sldMkLst>
        <pc:spChg chg="mod">
          <ac:chgData name="Rai, Upama" userId="d8ca7f89-5e54-445b-9d24-0c0dc93119ec" providerId="ADAL" clId="{23F3D788-E39F-4307-9F13-A8E13E4C9956}" dt="2026-09-26T17:56:29.845" v="186" actId="113"/>
          <ac:spMkLst>
            <pc:docMk/>
            <pc:sldMk cId="3257601127" sldId="277"/>
            <ac:spMk id="2" creationId="{D89FEBDA-88A0-DF00-286D-EB30D910DDA4}"/>
          </ac:spMkLst>
        </pc:spChg>
        <pc:spChg chg="mod">
          <ac:chgData name="Rai, Upama" userId="d8ca7f89-5e54-445b-9d24-0c0dc93119ec" providerId="ADAL" clId="{23F3D788-E39F-4307-9F13-A8E13E4C9956}" dt="2026-09-26T17:56:58.999" v="192" actId="113"/>
          <ac:spMkLst>
            <pc:docMk/>
            <pc:sldMk cId="3257601127" sldId="277"/>
            <ac:spMk id="3" creationId="{44ADA138-FF90-C10F-C1AF-BD6B845585F6}"/>
          </ac:spMkLst>
        </pc:spChg>
      </pc:sldChg>
      <pc:sldChg chg="modSp new mod">
        <pc:chgData name="Rai, Upama" userId="d8ca7f89-5e54-445b-9d24-0c0dc93119ec" providerId="ADAL" clId="{23F3D788-E39F-4307-9F13-A8E13E4C9956}" dt="2026-09-26T18:02:37.729" v="230"/>
        <pc:sldMkLst>
          <pc:docMk/>
          <pc:sldMk cId="4109300723" sldId="278"/>
        </pc:sldMkLst>
        <pc:spChg chg="mod">
          <ac:chgData name="Rai, Upama" userId="d8ca7f89-5e54-445b-9d24-0c0dc93119ec" providerId="ADAL" clId="{23F3D788-E39F-4307-9F13-A8E13E4C9956}" dt="2026-09-26T17:58:02.996" v="201" actId="20577"/>
          <ac:spMkLst>
            <pc:docMk/>
            <pc:sldMk cId="4109300723" sldId="278"/>
            <ac:spMk id="2" creationId="{3CDDDE1A-7E8A-1D7E-9763-25AB1A399F6D}"/>
          </ac:spMkLst>
        </pc:spChg>
      </pc:sldChg>
      <pc:sldChg chg="modSp new mod">
        <pc:chgData name="Rai, Upama" userId="d8ca7f89-5e54-445b-9d24-0c0dc93119ec" providerId="ADAL" clId="{23F3D788-E39F-4307-9F13-A8E13E4C9956}" dt="2026-09-26T18:00:16.908" v="226" actId="113"/>
        <pc:sldMkLst>
          <pc:docMk/>
          <pc:sldMk cId="3722173388" sldId="279"/>
        </pc:sldMkLst>
        <pc:spChg chg="mod">
          <ac:chgData name="Rai, Upama" userId="d8ca7f89-5e54-445b-9d24-0c0dc93119ec" providerId="ADAL" clId="{23F3D788-E39F-4307-9F13-A8E13E4C9956}" dt="2026-09-26T17:59:15.060" v="206" actId="20577"/>
          <ac:spMkLst>
            <pc:docMk/>
            <pc:sldMk cId="3722173388" sldId="279"/>
            <ac:spMk id="2" creationId="{FE880AC3-22E6-5164-0466-A70E5DF0B630}"/>
          </ac:spMkLst>
        </pc:spChg>
        <pc:spChg chg="mod">
          <ac:chgData name="Rai, Upama" userId="d8ca7f89-5e54-445b-9d24-0c0dc93119ec" providerId="ADAL" clId="{23F3D788-E39F-4307-9F13-A8E13E4C9956}" dt="2026-09-26T18:00:16.908" v="226" actId="113"/>
          <ac:spMkLst>
            <pc:docMk/>
            <pc:sldMk cId="3722173388" sldId="279"/>
            <ac:spMk id="3" creationId="{D0DCBFBA-4378-C2F4-B225-4F3A49B12BFD}"/>
          </ac:spMkLst>
        </pc:spChg>
      </pc:sldChg>
      <pc:sldChg chg="modSp new mod">
        <pc:chgData name="Rai, Upama" userId="d8ca7f89-5e54-445b-9d24-0c0dc93119ec" providerId="ADAL" clId="{23F3D788-E39F-4307-9F13-A8E13E4C9956}" dt="2026-09-26T18:07:16.132" v="267" actId="20577"/>
        <pc:sldMkLst>
          <pc:docMk/>
          <pc:sldMk cId="2198220708" sldId="280"/>
        </pc:sldMkLst>
        <pc:spChg chg="mod">
          <ac:chgData name="Rai, Upama" userId="d8ca7f89-5e54-445b-9d24-0c0dc93119ec" providerId="ADAL" clId="{23F3D788-E39F-4307-9F13-A8E13E4C9956}" dt="2026-09-26T18:07:16.132" v="267" actId="20577"/>
          <ac:spMkLst>
            <pc:docMk/>
            <pc:sldMk cId="2198220708" sldId="280"/>
            <ac:spMk id="3" creationId="{2DCCF282-C2FD-4B8F-3C7D-4D7256F40E3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AC192-2303-950E-EDD1-2A5BB111A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9895B5-9013-AD2C-318B-53FE540636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D2E84-C7A7-B306-F353-54AD46BDF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4191C-E2E1-45D5-BA62-834B16354E6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CEF79-4928-3A1F-8064-A37CBDF33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1EDB6-135E-5534-9661-97D67D717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C9348-9A88-4807-B43A-40BC08944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022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70A08-1A82-5B88-2BE7-6FE3273ED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AE5AD-47B8-782F-679D-999620699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E93E0-6196-7BFF-BE3A-A18DF7222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4191C-E2E1-45D5-BA62-834B16354E6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EA2B5-972F-994E-7BD3-52AD1EEF5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E8279-1F84-1992-E4A6-05DCF4E0F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C9348-9A88-4807-B43A-40BC08944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33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6CD84-CA66-F766-CC79-00E420EDB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DC2E8-1D94-175D-C4F0-986B35248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12755-8F99-6702-9EEA-404142C8B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4191C-E2E1-45D5-BA62-834B16354E6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2BD90-4B95-0C6F-9719-D7930B1B6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1B660-3741-451A-E27A-5A093AFBA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C9348-9A88-4807-B43A-40BC08944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78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88A37-1052-3426-8DDC-C14404F81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4D718-1C4C-27E2-5D00-9BB08FB525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F3BD2-B537-60E6-C68A-BC4EC528C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D1C70-6F74-45B5-8C50-9368EA637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4191C-E2E1-45D5-BA62-834B16354E6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3D757-1729-B46D-EBA4-36ACF218B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3FCD8-AAFD-F00C-DC2E-C035163A8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C9348-9A88-4807-B43A-40BC08944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21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FB5C9-5482-3CD7-9251-87B05EEA7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41BA6-65CB-7D46-00C2-D7DACE3EF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9C27C-7B91-30BD-6627-927E399E6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699539-6BA4-9D4B-082C-51DB32E619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834CBD-2DDC-1099-890A-D1878B86FD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F473D8-E442-644D-5CC0-9DA614883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4191C-E2E1-45D5-BA62-834B16354E6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ACB5BA-235C-81B1-2667-15DA44748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F48D60-3A3B-658E-C229-77AA0AC3C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C9348-9A88-4807-B43A-40BC08944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048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7AC13-814C-9890-BA2C-D9D74A56F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9E0B33-C668-AC9C-9960-AAAD9E04B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4191C-E2E1-45D5-BA62-834B16354E6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D4BFEA-38B2-CFF0-E869-F145B7322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D78AA-5A93-7948-E5B2-FA6BE172C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C9348-9A88-4807-B43A-40BC08944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38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797C43-8849-6615-4ACF-229AF392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4191C-E2E1-45D5-BA62-834B16354E6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730D75-6B25-F442-ED88-84F9B59FA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DC1CB-08D5-8956-051C-308D84DA2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C9348-9A88-4807-B43A-40BC08944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320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2C83F-6BA4-BA74-76B2-3416F7E4A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5D3DB-7997-0B14-0E37-4C62EBF40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0A2E11-8F84-3F4D-BA03-F31F72A63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85709-42C0-E339-F22C-80FC3E3E1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4191C-E2E1-45D5-BA62-834B16354E6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0097F-3523-D33A-C493-25E444C9F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256EA-BDAE-C1EF-D1A2-FD7760C8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C9348-9A88-4807-B43A-40BC08944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727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606EC-B16D-9E90-3B17-ED47B3205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3EEF82-EB91-1046-AE8A-E9A972B9EA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9AC33-97F5-1107-66C8-656A49D4DD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19FF8-ACE1-32BB-438E-5FE8F0D5B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4191C-E2E1-45D5-BA62-834B16354E6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B17CD-5D23-5695-71D0-56340B530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A8DA9-CCD2-26F3-62E6-6B0955CE4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C9348-9A88-4807-B43A-40BC08944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00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BB1E1-0352-6767-E628-B064D70B6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F41FA-EADF-C3D6-58E4-29B8003B5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68D13-9AA8-F71D-CB34-ECD752A63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4191C-E2E1-45D5-BA62-834B16354E6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487F9-C5D1-4D8C-E39D-BEF0A9ADE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DBFA8-9398-9E5B-48FA-1154B271E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C9348-9A88-4807-B43A-40BC08944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581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A9FC94-C4BE-F9BD-D9C1-F702F8551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2323B2-C8AB-B32A-AE9E-72FF8E8B0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B91E5-FFE8-C14E-3461-A29E910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4191C-E2E1-45D5-BA62-834B16354E6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57231-1D1D-7E64-25DE-2BCE7599B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D9D46-D8EB-65FF-19DB-DFC2DA0A3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C9348-9A88-4807-B43A-40BC08944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68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A8D10-04F3-7728-93CD-A25D3CCA4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42342-258B-5920-6530-7D2769FC4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32480-6C98-2FBE-ECAE-279D0118D3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24191C-E2E1-45D5-BA62-834B16354E6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A426E-41CA-3DBB-0E4B-39BE39AA5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AB147-5257-8A4A-5422-DB8E41BF1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FC9348-9A88-4807-B43A-40BC08944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38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6D8B9-73E3-C5E9-D579-BC8AA2C998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CIS092-1 Fundamentals of Study and Employability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1349F1-990C-0F6D-322E-E491D0D991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Session duration: 2 hours </a:t>
            </a:r>
          </a:p>
          <a:p>
            <a:r>
              <a:rPr lang="en-US" dirty="0"/>
              <a:t>Session theme: Making sense of the skills and knowledge to be developed - Roadmap for Your Course: Bloom's Taxonomy</a:t>
            </a:r>
          </a:p>
          <a:p>
            <a:r>
              <a:rPr lang="en-US" dirty="0"/>
              <a:t>Lecturer: Upama Rai Cohort: Level 3 / Foundation Computing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769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E75A6-5F65-4D4F-46E8-906B55919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BEB16-A55E-F1C6-112F-4EB10C0F9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buNone/>
            </a:pPr>
            <a:r>
              <a:rPr lang="en-US" dirty="0"/>
              <a:t>By the end of this session, you should be able to:</a:t>
            </a:r>
          </a:p>
          <a:p>
            <a:pPr marL="342900" lvl="0" indent="-342900" fontAlgn="t"/>
            <a:r>
              <a:rPr lang="en-US" dirty="0"/>
              <a:t>Explain the purpose of Bloom's Taxonomy</a:t>
            </a:r>
          </a:p>
          <a:p>
            <a:pPr marL="342900" lvl="0" indent="-342900" fontAlgn="t"/>
            <a:r>
              <a:rPr lang="en-US" dirty="0"/>
              <a:t>Identify the six levels of learning</a:t>
            </a:r>
          </a:p>
          <a:p>
            <a:pPr marL="342900" lvl="0" indent="-342900" fontAlgn="t"/>
            <a:r>
              <a:rPr lang="en-US" dirty="0"/>
              <a:t>Distinguish between lower-order and higher-order thinking skills</a:t>
            </a:r>
          </a:p>
          <a:p>
            <a:pPr marL="342900" lvl="0" indent="-342900" fontAlgn="t"/>
            <a:r>
              <a:rPr lang="en-US" dirty="0"/>
              <a:t>Apply Bloom's Taxonomy to Computing examples</a:t>
            </a:r>
          </a:p>
          <a:p>
            <a:pPr marL="342900" lvl="0" indent="-342900" fontAlgn="t"/>
            <a:r>
              <a:rPr lang="en-US" dirty="0"/>
              <a:t>Understand university assessment expectations</a:t>
            </a:r>
          </a:p>
          <a:p>
            <a:pPr marL="342900" lvl="0" indent="-342900" fontAlgn="t"/>
            <a:r>
              <a:rPr lang="en-US" dirty="0"/>
              <a:t>Create learning goals using Bloom's Taxonomy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04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C5047-2A01-AAF1-EB99-D537589CF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Starter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653FD-59E0-BB71-6C87-3A6C61537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difference between memorizing information and solving a real-world problem?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A70A48-2FD0-3847-F198-A20F41F40768}"/>
              </a:ext>
            </a:extLst>
          </p:cNvPr>
          <p:cNvSpPr txBox="1"/>
          <p:nvPr/>
        </p:nvSpPr>
        <p:spPr>
          <a:xfrm>
            <a:off x="1078230" y="3051166"/>
            <a:ext cx="1047369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800" b="1" i="0" dirty="0">
                <a:effectLst/>
                <a:latin typeface="+mn-lt"/>
              </a:rPr>
              <a:t>Bloom's </a:t>
            </a:r>
            <a:r>
              <a:rPr lang="en-US" sz="2800" b="1" dirty="0"/>
              <a:t>Taxonomy Flow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800" dirty="0"/>
              <a:t>Remember ↓ Understand ↓ Apply ↓ Analyze ↓ Evaluate ↓ Create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800" dirty="0"/>
              <a:t>Higher levels require mastery of lower levels.</a:t>
            </a:r>
          </a:p>
          <a:p>
            <a:pPr fontAlgn="t">
              <a:lnSpc>
                <a:spcPct val="100000"/>
              </a:lnSpc>
              <a:buNone/>
            </a:pPr>
            <a:endParaRPr lang="en-US" sz="2800" b="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666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DDE1A-7E8A-1D7E-9763-25AB1A399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Bloom's Taxonomy and Your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79B06-77DC-E0D9-B2AD-A101A59B4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buNone/>
            </a:pPr>
            <a:r>
              <a:rPr lang="en-US" dirty="0"/>
              <a:t>Where will you use Bloom's?</a:t>
            </a:r>
          </a:p>
          <a:p>
            <a:pPr marL="342900" lvl="0" indent="-342900" fontAlgn="t"/>
            <a:r>
              <a:rPr lang="en-US" dirty="0"/>
              <a:t>Assignments</a:t>
            </a:r>
          </a:p>
          <a:p>
            <a:pPr marL="342900" lvl="0" indent="-342900" fontAlgn="t"/>
            <a:r>
              <a:rPr lang="en-US" dirty="0"/>
              <a:t>Reports</a:t>
            </a:r>
          </a:p>
          <a:p>
            <a:pPr marL="342900" lvl="0" indent="-342900" fontAlgn="t"/>
            <a:r>
              <a:rPr lang="en-US" dirty="0"/>
              <a:t>Presentations</a:t>
            </a:r>
          </a:p>
          <a:p>
            <a:pPr marL="342900" lvl="0" indent="-342900" fontAlgn="t"/>
            <a:r>
              <a:rPr lang="en-US" dirty="0"/>
              <a:t>Group Projects</a:t>
            </a:r>
          </a:p>
          <a:p>
            <a:pPr marL="342900" lvl="0" indent="-342900" fontAlgn="t"/>
            <a:r>
              <a:rPr lang="en-US" dirty="0"/>
              <a:t>Case Studies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300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65A79-7FEE-D513-7308-2EAE2A856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Study?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80BA9-EDB3-B15A-F7F5-FFDE6DE1B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buNone/>
            </a:pPr>
            <a:r>
              <a:rPr lang="en-US" dirty="0"/>
              <a:t>Students often think studying means:</a:t>
            </a:r>
          </a:p>
          <a:p>
            <a:pPr marL="800100" lvl="1" indent="-342900" fontAlgn="t"/>
            <a:r>
              <a:rPr lang="en-US" dirty="0"/>
              <a:t>Memorizing notes</a:t>
            </a:r>
          </a:p>
          <a:p>
            <a:pPr marL="800100" lvl="1" indent="-342900" fontAlgn="t"/>
            <a:r>
              <a:rPr lang="en-US" dirty="0"/>
              <a:t>Passing exams</a:t>
            </a:r>
          </a:p>
          <a:p>
            <a:pPr marL="800100" lvl="1" indent="-342900" fontAlgn="t"/>
            <a:r>
              <a:rPr lang="en-US" dirty="0"/>
              <a:t>Completing assignments</a:t>
            </a:r>
          </a:p>
          <a:p>
            <a:pPr marL="457200" lvl="1" indent="0" fontAlgn="t">
              <a:buNone/>
            </a:pPr>
            <a:endParaRPr lang="en-US" dirty="0"/>
          </a:p>
          <a:p>
            <a:pPr fontAlgn="t">
              <a:buNone/>
            </a:pPr>
            <a:r>
              <a:rPr lang="en-US" dirty="0"/>
              <a:t>In reality:</a:t>
            </a:r>
          </a:p>
          <a:p>
            <a:pPr marL="800100" lvl="1" indent="-342900" fontAlgn="t"/>
            <a:r>
              <a:rPr lang="en-US" dirty="0"/>
              <a:t>We develop knowledge</a:t>
            </a:r>
          </a:p>
          <a:p>
            <a:pPr marL="800100" lvl="1" indent="-342900" fontAlgn="t"/>
            <a:r>
              <a:rPr lang="en-US" dirty="0"/>
              <a:t>We develop skills</a:t>
            </a:r>
          </a:p>
          <a:p>
            <a:pPr marL="800100" lvl="1" indent="-342900" fontAlgn="t"/>
            <a:r>
              <a:rPr lang="en-US" dirty="0"/>
              <a:t>We develop higher-order thinking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461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E5710-BD2C-308D-2EB5-07B74572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We Here?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12D2B-CDB7-8BE6-6631-066892EE8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t">
              <a:buNone/>
            </a:pPr>
            <a:r>
              <a:rPr lang="en-US" dirty="0"/>
              <a:t>Answer:</a:t>
            </a:r>
          </a:p>
          <a:p>
            <a:pPr marL="342900" lvl="0" indent="-342900" fontAlgn="t"/>
            <a:r>
              <a:rPr lang="en-US" dirty="0"/>
              <a:t>Why are you attending university?</a:t>
            </a:r>
          </a:p>
          <a:p>
            <a:pPr marL="342900" lvl="0" indent="-342900" fontAlgn="t"/>
            <a:r>
              <a:rPr lang="en-US" dirty="0"/>
              <a:t>Is university only about passing exams?</a:t>
            </a:r>
          </a:p>
          <a:p>
            <a:pPr marL="342900" lvl="0" indent="-342900" fontAlgn="t"/>
            <a:r>
              <a:rPr lang="en-US" dirty="0"/>
              <a:t>What skills do employers expect besides technical knowledge?</a:t>
            </a:r>
          </a:p>
          <a:p>
            <a:pPr fontAlgn="t">
              <a:buNone/>
            </a:pPr>
            <a:r>
              <a:rPr lang="en-US" b="1" dirty="0"/>
              <a:t>Key Message</a:t>
            </a:r>
          </a:p>
          <a:p>
            <a:pPr fontAlgn="t">
              <a:buNone/>
            </a:pPr>
            <a:r>
              <a:rPr lang="en-US" dirty="0"/>
              <a:t>University is designed to help you:</a:t>
            </a:r>
          </a:p>
          <a:p>
            <a:pPr marL="342900" lvl="0" indent="-342900" fontAlgn="t"/>
            <a:r>
              <a:rPr lang="en-US" dirty="0"/>
              <a:t>Gain knowledge</a:t>
            </a:r>
          </a:p>
          <a:p>
            <a:pPr marL="342900" lvl="0" indent="-342900" fontAlgn="t"/>
            <a:r>
              <a:rPr lang="en-US" dirty="0"/>
              <a:t>Develop skills</a:t>
            </a:r>
          </a:p>
          <a:p>
            <a:pPr marL="342900" lvl="0" indent="-342900" fontAlgn="t"/>
            <a:r>
              <a:rPr lang="en-US" dirty="0"/>
              <a:t>Solve problems</a:t>
            </a:r>
          </a:p>
          <a:p>
            <a:pPr marL="342900" lvl="0" indent="-342900" fontAlgn="t"/>
            <a:r>
              <a:rPr lang="en-US" dirty="0"/>
              <a:t>Think critically</a:t>
            </a:r>
          </a:p>
          <a:p>
            <a:pPr marL="342900" lvl="0" indent="-342900" fontAlgn="t"/>
            <a:r>
              <a:rPr lang="en-US" dirty="0"/>
              <a:t>Make decisions</a:t>
            </a:r>
          </a:p>
          <a:p>
            <a:pPr marL="342900" lvl="0" indent="-342900" fontAlgn="t"/>
            <a:r>
              <a:rPr lang="en-US" dirty="0"/>
              <a:t>Become an independent learner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966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0B08-3FF9-1805-B61D-03B02BE91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Bloom's Taxonomy?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BC9FC-623D-7FA0-0CA4-383EDD349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fontAlgn="t">
              <a:buNone/>
            </a:pPr>
            <a:r>
              <a:rPr lang="en-US" dirty="0"/>
              <a:t>Bloom's Taxonomy is a framework </a:t>
            </a:r>
          </a:p>
          <a:p>
            <a:pPr lvl="1" fontAlgn="t"/>
            <a:r>
              <a:rPr lang="en-US" dirty="0"/>
              <a:t>that describes different levels of learning and thinking.</a:t>
            </a:r>
          </a:p>
          <a:p>
            <a:pPr lvl="1" fontAlgn="t"/>
            <a:r>
              <a:rPr lang="en-US" dirty="0"/>
              <a:t> is a framework used to classify learning objectives.</a:t>
            </a:r>
          </a:p>
          <a:p>
            <a:pPr lvl="1" fontAlgn="t"/>
            <a:r>
              <a:rPr lang="en-US" dirty="0"/>
              <a:t> a roadmap showing how learning develops.</a:t>
            </a:r>
          </a:p>
          <a:p>
            <a:pPr fontAlgn="t">
              <a:buNone/>
            </a:pPr>
            <a:r>
              <a:rPr lang="en-US" dirty="0"/>
              <a:t>It helps learners move from:</a:t>
            </a:r>
          </a:p>
          <a:p>
            <a:pPr fontAlgn="t">
              <a:buNone/>
            </a:pPr>
            <a:r>
              <a:rPr lang="en-US" b="1" dirty="0"/>
              <a:t>Simple Thinking → Complex Thinking</a:t>
            </a:r>
            <a:endParaRPr lang="en-US" dirty="0"/>
          </a:p>
          <a:p>
            <a:pPr fontAlgn="t">
              <a:buNone/>
            </a:pPr>
            <a:r>
              <a:rPr lang="en-US" dirty="0"/>
              <a:t>Originally developed by: </a:t>
            </a:r>
            <a:r>
              <a:rPr lang="en-US" b="1" dirty="0"/>
              <a:t>Benjamin Bloom (1956)</a:t>
            </a:r>
            <a:endParaRPr lang="en-US" dirty="0"/>
          </a:p>
          <a:p>
            <a:pPr fontAlgn="t">
              <a:buNone/>
            </a:pPr>
            <a:r>
              <a:rPr lang="en-US" dirty="0"/>
              <a:t>Revised version in 2001.</a:t>
            </a:r>
          </a:p>
          <a:p>
            <a:pPr fontAlgn="t">
              <a:buNone/>
            </a:pPr>
            <a:endParaRPr lang="en-US" sz="600" dirty="0"/>
          </a:p>
          <a:p>
            <a:pPr fontAlgn="t">
              <a:buNone/>
            </a:pPr>
            <a:r>
              <a:rPr lang="en-US" dirty="0"/>
              <a:t>It helps students understand:</a:t>
            </a:r>
          </a:p>
          <a:p>
            <a:pPr marL="342900" lvl="0" indent="-342900" fontAlgn="t"/>
            <a:r>
              <a:rPr lang="en-US" dirty="0"/>
              <a:t>What they are expected to learn</a:t>
            </a:r>
          </a:p>
          <a:p>
            <a:pPr marL="342900" lvl="0" indent="-342900" fontAlgn="t"/>
            <a:r>
              <a:rPr lang="en-US" dirty="0"/>
              <a:t>How learning develops</a:t>
            </a:r>
          </a:p>
          <a:p>
            <a:pPr marL="342900" lvl="0" indent="-342900" fontAlgn="t"/>
            <a:r>
              <a:rPr lang="en-US" dirty="0"/>
              <a:t>Why university assessments become more challenging over time</a:t>
            </a:r>
          </a:p>
          <a:p>
            <a:pPr marL="0" indent="0" fontAlgn="t">
              <a:buNone/>
            </a:pPr>
            <a:r>
              <a:rPr lang="en-US" b="1" dirty="0"/>
              <a:t>Learning starts with remembering information and gradually develops into creating new ideas and solutions.</a:t>
            </a:r>
          </a:p>
          <a:p>
            <a:pPr marL="0" lvl="0" indent="0" fontAlgn="t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728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9CE61-F149-97A7-10A5-009D2981A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Bloom's Taxonomy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E6ED6-FCD3-2C38-6B5D-10CB6BA10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buNone/>
            </a:pPr>
            <a:r>
              <a:rPr lang="en-US" dirty="0"/>
              <a:t>It helps:</a:t>
            </a:r>
          </a:p>
          <a:p>
            <a:pPr marL="342900" lvl="0" indent="-342900" fontAlgn="t"/>
            <a:r>
              <a:rPr lang="en-US" dirty="0"/>
              <a:t>Teachers design lessons</a:t>
            </a:r>
          </a:p>
          <a:p>
            <a:pPr marL="342900" lvl="0" indent="-342900" fontAlgn="t"/>
            <a:r>
              <a:rPr lang="en-US" dirty="0"/>
              <a:t>Students understand expectations</a:t>
            </a:r>
          </a:p>
          <a:p>
            <a:pPr marL="342900" lvl="0" indent="-342900" fontAlgn="t"/>
            <a:r>
              <a:rPr lang="en-US" dirty="0"/>
              <a:t>Create meaningful assessments</a:t>
            </a:r>
          </a:p>
          <a:p>
            <a:pPr marL="342900" lvl="0" indent="-342900" fontAlgn="t"/>
            <a:r>
              <a:rPr lang="en-US" dirty="0"/>
              <a:t>Develop critical thinking skills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304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4B7D3-CAEF-BE7A-83E8-CF0E333BD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Bloom's Taxonomy Pyramid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996EE-21FE-AE0A-BBB6-CE5683B70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6902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fontAlgn="t">
              <a:buNone/>
            </a:pPr>
            <a:r>
              <a:rPr lang="en-US" b="1" dirty="0"/>
              <a:t>1. Remember</a:t>
            </a:r>
          </a:p>
          <a:p>
            <a:pPr fontAlgn="t">
              <a:buNone/>
            </a:pPr>
            <a:r>
              <a:rPr lang="en-US" b="1" dirty="0"/>
              <a:t>2. Understand</a:t>
            </a:r>
          </a:p>
          <a:p>
            <a:pPr fontAlgn="t">
              <a:buNone/>
            </a:pPr>
            <a:r>
              <a:rPr lang="en-US" b="1" dirty="0"/>
              <a:t>3. Apply</a:t>
            </a:r>
          </a:p>
          <a:p>
            <a:pPr fontAlgn="t">
              <a:buNone/>
            </a:pPr>
            <a:r>
              <a:rPr lang="en-US" b="1" dirty="0"/>
              <a:t>4. Analyze</a:t>
            </a:r>
          </a:p>
          <a:p>
            <a:pPr fontAlgn="t">
              <a:buNone/>
            </a:pPr>
            <a:r>
              <a:rPr lang="en-US" b="1" dirty="0"/>
              <a:t>5. Evaluate</a:t>
            </a:r>
          </a:p>
          <a:p>
            <a:pPr fontAlgn="t">
              <a:buNone/>
            </a:pPr>
            <a:r>
              <a:rPr lang="en-US" b="1" dirty="0"/>
              <a:t>6. Create</a:t>
            </a:r>
          </a:p>
          <a:p>
            <a:pPr fontAlgn="t">
              <a:buNone/>
            </a:pPr>
            <a:endParaRPr lang="en-US" sz="600" b="1" dirty="0"/>
          </a:p>
          <a:p>
            <a:pPr fontAlgn="t">
              <a:buNone/>
            </a:pPr>
            <a:r>
              <a:rPr lang="en-US" b="1" dirty="0"/>
              <a:t>Important</a:t>
            </a:r>
          </a:p>
          <a:p>
            <a:pPr fontAlgn="t">
              <a:buNone/>
            </a:pPr>
            <a:r>
              <a:rPr lang="en-US" dirty="0"/>
              <a:t>As you move upward:</a:t>
            </a:r>
          </a:p>
          <a:p>
            <a:pPr marL="342900" lvl="0" indent="-342900" fontAlgn="t"/>
            <a:r>
              <a:rPr lang="en-US" dirty="0"/>
              <a:t>Tasks become more challenging</a:t>
            </a:r>
          </a:p>
          <a:p>
            <a:pPr marL="342900" lvl="0" indent="-342900" fontAlgn="t"/>
            <a:r>
              <a:rPr lang="en-US" dirty="0"/>
              <a:t>Thinking becomes deeper</a:t>
            </a:r>
          </a:p>
          <a:p>
            <a:pPr marL="342900" lvl="0" indent="-342900" fontAlgn="t"/>
            <a:r>
              <a:rPr lang="en-US" dirty="0"/>
              <a:t>Independence increases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582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1FB33-4AB9-4D82-10E5-EC0B3E386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1 - Remember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AD9EB-E009-E9AF-7520-9A9FEA454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fontAlgn="t">
              <a:buNone/>
            </a:pPr>
            <a:r>
              <a:rPr lang="en-US" b="1" dirty="0"/>
              <a:t>Meaning</a:t>
            </a:r>
          </a:p>
          <a:p>
            <a:pPr fontAlgn="t">
              <a:buNone/>
            </a:pPr>
            <a:r>
              <a:rPr lang="en-US" dirty="0"/>
              <a:t>Recalling facts and information from memory.</a:t>
            </a:r>
          </a:p>
          <a:p>
            <a:pPr fontAlgn="t">
              <a:buNone/>
            </a:pPr>
            <a:r>
              <a:rPr lang="en-US" b="1" dirty="0"/>
              <a:t>Action Verbs</a:t>
            </a:r>
          </a:p>
          <a:p>
            <a:pPr marL="342900" lvl="0" indent="-342900" fontAlgn="t"/>
            <a:r>
              <a:rPr lang="en-US" dirty="0"/>
              <a:t>Define</a:t>
            </a:r>
          </a:p>
          <a:p>
            <a:pPr marL="342900" lvl="0" indent="-342900" fontAlgn="t"/>
            <a:r>
              <a:rPr lang="en-US" dirty="0"/>
              <a:t>List</a:t>
            </a:r>
          </a:p>
          <a:p>
            <a:pPr marL="342900" lvl="0" indent="-342900" fontAlgn="t"/>
            <a:r>
              <a:rPr lang="en-US" dirty="0"/>
              <a:t>Name</a:t>
            </a:r>
          </a:p>
          <a:p>
            <a:pPr marL="342900" lvl="0" indent="-342900" fontAlgn="t"/>
            <a:r>
              <a:rPr lang="en-US" dirty="0"/>
              <a:t>Recall</a:t>
            </a:r>
          </a:p>
          <a:p>
            <a:pPr marL="342900" lvl="0" indent="-342900" fontAlgn="t"/>
            <a:r>
              <a:rPr lang="en-US" dirty="0"/>
              <a:t>Identify</a:t>
            </a:r>
          </a:p>
          <a:p>
            <a:pPr marL="342900" lvl="0" indent="-342900" fontAlgn="t"/>
            <a:r>
              <a:rPr lang="en-US" dirty="0"/>
              <a:t>Describe</a:t>
            </a:r>
          </a:p>
          <a:p>
            <a:pPr marL="342900" lvl="0" indent="-342900" fontAlgn="t"/>
            <a:endParaRPr lang="en-US" dirty="0"/>
          </a:p>
          <a:p>
            <a:pPr fontAlgn="t">
              <a:buNone/>
            </a:pPr>
            <a:r>
              <a:rPr lang="en-US" b="1" dirty="0"/>
              <a:t>Computing Examples</a:t>
            </a:r>
          </a:p>
          <a:p>
            <a:pPr marL="342900" lvl="0" indent="-342900" fontAlgn="t"/>
            <a:r>
              <a:rPr lang="en-US" dirty="0"/>
              <a:t>List programming languages</a:t>
            </a:r>
          </a:p>
          <a:p>
            <a:pPr marL="342900" lvl="0" indent="-342900" fontAlgn="t"/>
            <a:r>
              <a:rPr lang="en-US" dirty="0"/>
              <a:t>Define database</a:t>
            </a:r>
          </a:p>
          <a:p>
            <a:pPr marL="342900" lvl="0" indent="-342900" fontAlgn="t"/>
            <a:r>
              <a:rPr lang="en-US" dirty="0"/>
              <a:t>Identify computer hardware components</a:t>
            </a:r>
          </a:p>
          <a:p>
            <a:pPr marL="342900" lvl="0" indent="-342900" fontAlgn="t"/>
            <a:endParaRPr lang="en-US" dirty="0"/>
          </a:p>
          <a:p>
            <a:pPr fontAlgn="t">
              <a:buNone/>
            </a:pPr>
            <a:r>
              <a:rPr lang="en-US" b="1" dirty="0"/>
              <a:t>Assessment Example</a:t>
            </a:r>
          </a:p>
          <a:p>
            <a:pPr fontAlgn="t">
              <a:buNone/>
            </a:pPr>
            <a:r>
              <a:rPr lang="en-US" dirty="0"/>
              <a:t>"What is a variable?"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918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CEA0B-55BA-4CF4-557E-F84999969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2 - Understand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2A636-A9C9-07EB-55BF-382207A9F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fontAlgn="t">
              <a:buNone/>
            </a:pPr>
            <a:r>
              <a:rPr lang="en-US" b="1" dirty="0"/>
              <a:t>Meaning</a:t>
            </a:r>
          </a:p>
          <a:p>
            <a:pPr fontAlgn="t">
              <a:buNone/>
            </a:pPr>
            <a:r>
              <a:rPr lang="en-US" dirty="0"/>
              <a:t>Explaining ideas or concepts using your own words.</a:t>
            </a:r>
          </a:p>
          <a:p>
            <a:pPr fontAlgn="t">
              <a:buNone/>
            </a:pPr>
            <a:r>
              <a:rPr lang="en-US" b="1" dirty="0"/>
              <a:t>Action Verbs</a:t>
            </a:r>
          </a:p>
          <a:p>
            <a:pPr marL="342900" lvl="0" indent="-342900" fontAlgn="t"/>
            <a:r>
              <a:rPr lang="en-US" dirty="0"/>
              <a:t>Describe</a:t>
            </a:r>
          </a:p>
          <a:p>
            <a:pPr marL="342900" lvl="0" indent="-342900" fontAlgn="t"/>
            <a:r>
              <a:rPr lang="en-US" dirty="0"/>
              <a:t>Explain</a:t>
            </a:r>
          </a:p>
          <a:p>
            <a:pPr marL="342900" lvl="0" indent="-342900" fontAlgn="t"/>
            <a:r>
              <a:rPr lang="en-US" dirty="0"/>
              <a:t>Summarize</a:t>
            </a:r>
          </a:p>
          <a:p>
            <a:pPr marL="342900" lvl="0" indent="-342900" fontAlgn="t"/>
            <a:r>
              <a:rPr lang="en-US" dirty="0"/>
              <a:t>Discuss</a:t>
            </a:r>
          </a:p>
          <a:p>
            <a:pPr marL="342900" indent="-342900" fontAlgn="t"/>
            <a:r>
              <a:rPr lang="en-US" dirty="0"/>
              <a:t>Interpret</a:t>
            </a:r>
          </a:p>
          <a:p>
            <a:pPr fontAlgn="t">
              <a:buNone/>
            </a:pPr>
            <a:r>
              <a:rPr lang="en-US" b="1" dirty="0"/>
              <a:t>Computing Examples</a:t>
            </a:r>
          </a:p>
          <a:p>
            <a:pPr marL="342900" lvl="0" indent="-342900" fontAlgn="t"/>
            <a:r>
              <a:rPr lang="en-US" dirty="0"/>
              <a:t>Explain how a database works</a:t>
            </a:r>
          </a:p>
          <a:p>
            <a:pPr marL="342900" lvl="0" indent="-342900" fontAlgn="t"/>
            <a:r>
              <a:rPr lang="en-US" dirty="0"/>
              <a:t>Describe the software development lifecycle</a:t>
            </a:r>
          </a:p>
          <a:p>
            <a:pPr marL="342900" lvl="0" indent="-342900" fontAlgn="t"/>
            <a:r>
              <a:rPr lang="en-US" dirty="0"/>
              <a:t>Discuss the purpose of testing</a:t>
            </a:r>
          </a:p>
          <a:p>
            <a:pPr marL="342900" lvl="0" indent="-342900" fontAlgn="t"/>
            <a:r>
              <a:rPr lang="en-US" dirty="0"/>
              <a:t>Explain cloud computing.</a:t>
            </a:r>
          </a:p>
          <a:p>
            <a:pPr marL="342900" lvl="0" indent="-342900" fontAlgn="t"/>
            <a:r>
              <a:rPr lang="en-US" dirty="0"/>
              <a:t>Summarize lecture notes.</a:t>
            </a:r>
          </a:p>
          <a:p>
            <a:pPr marL="342900" lvl="0" indent="-342900" fontAlgn="t"/>
            <a:r>
              <a:rPr lang="en-US" dirty="0"/>
              <a:t>Describe how a network works.</a:t>
            </a:r>
          </a:p>
          <a:p>
            <a:pPr marL="342900" lvl="0" indent="-342900" fontAlgn="t"/>
            <a:endParaRPr lang="en-US" dirty="0"/>
          </a:p>
          <a:p>
            <a:pPr fontAlgn="t">
              <a:buNone/>
            </a:pPr>
            <a:r>
              <a:rPr lang="en-US" b="1" dirty="0"/>
              <a:t>Assessment Example</a:t>
            </a:r>
          </a:p>
          <a:p>
            <a:pPr fontAlgn="t">
              <a:buNone/>
            </a:pPr>
            <a:r>
              <a:rPr lang="en-US" dirty="0"/>
              <a:t>"Explain why testing is important."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216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17EA6-4CE6-11B6-7B0C-78CD09F45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vs Understand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BE700-D2C0-FB3A-439F-9641BF262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buNone/>
            </a:pPr>
            <a:r>
              <a:rPr lang="en-US" b="1" dirty="0"/>
              <a:t>Remember</a:t>
            </a:r>
          </a:p>
          <a:p>
            <a:pPr fontAlgn="t">
              <a:buNone/>
            </a:pPr>
            <a:r>
              <a:rPr lang="en-US" dirty="0"/>
              <a:t>Database = collection of related data.</a:t>
            </a:r>
          </a:p>
          <a:p>
            <a:pPr fontAlgn="t">
              <a:buNone/>
            </a:pPr>
            <a:r>
              <a:rPr lang="en-US" b="1" dirty="0"/>
              <a:t>Understand</a:t>
            </a:r>
          </a:p>
          <a:p>
            <a:pPr fontAlgn="t">
              <a:buNone/>
            </a:pPr>
            <a:r>
              <a:rPr lang="en-US" dirty="0"/>
              <a:t>A database stores information in a structured way so that users can efficiently retrieve and manage data.</a:t>
            </a:r>
          </a:p>
          <a:p>
            <a:pPr fontAlgn="t">
              <a:buNone/>
            </a:pPr>
            <a:r>
              <a:rPr lang="en-US" b="1" dirty="0"/>
              <a:t>Discussion Question</a:t>
            </a:r>
          </a:p>
          <a:p>
            <a:pPr fontAlgn="t">
              <a:buNone/>
            </a:pPr>
            <a:r>
              <a:rPr lang="en-US" dirty="0"/>
              <a:t>Which answer demonstrates deeper understanding?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788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971B5-4D06-71BA-E782-F021829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3 - Apply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C2CAC-BCEA-5F34-F0F5-B0C21E15D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fontAlgn="t">
              <a:buNone/>
            </a:pPr>
            <a:r>
              <a:rPr lang="en-US" b="1" dirty="0"/>
              <a:t>Meaning</a:t>
            </a:r>
          </a:p>
          <a:p>
            <a:pPr fontAlgn="t">
              <a:buNone/>
            </a:pPr>
            <a:r>
              <a:rPr lang="en-US" dirty="0"/>
              <a:t>Using knowledge in a practical or new situation.</a:t>
            </a:r>
          </a:p>
          <a:p>
            <a:pPr fontAlgn="t">
              <a:buNone/>
            </a:pPr>
            <a:r>
              <a:rPr lang="en-US" b="1" dirty="0"/>
              <a:t>Action Verbs</a:t>
            </a:r>
          </a:p>
          <a:p>
            <a:pPr marL="342900" lvl="0" indent="-342900" fontAlgn="t"/>
            <a:r>
              <a:rPr lang="en-US" dirty="0"/>
              <a:t>Demonstrate</a:t>
            </a:r>
          </a:p>
          <a:p>
            <a:pPr marL="342900" lvl="0" indent="-342900" fontAlgn="t"/>
            <a:r>
              <a:rPr lang="en-US" dirty="0"/>
              <a:t>Use</a:t>
            </a:r>
          </a:p>
          <a:p>
            <a:pPr marL="342900" lvl="0" indent="-342900" fontAlgn="t"/>
            <a:r>
              <a:rPr lang="en-US" dirty="0"/>
              <a:t>Implement</a:t>
            </a:r>
          </a:p>
          <a:p>
            <a:pPr marL="342900" lvl="0" indent="-342900" fontAlgn="t"/>
            <a:r>
              <a:rPr lang="en-US" dirty="0"/>
              <a:t>Solve</a:t>
            </a:r>
          </a:p>
          <a:p>
            <a:pPr marL="342900" lvl="0" indent="-342900" fontAlgn="t"/>
            <a:r>
              <a:rPr lang="en-US" dirty="0"/>
              <a:t>Apply</a:t>
            </a:r>
          </a:p>
          <a:p>
            <a:pPr fontAlgn="t">
              <a:buNone/>
            </a:pPr>
            <a:r>
              <a:rPr lang="en-US" b="1" dirty="0"/>
              <a:t>Computing Examples</a:t>
            </a:r>
          </a:p>
          <a:p>
            <a:pPr marL="342900" lvl="0" indent="-342900" fontAlgn="t"/>
            <a:r>
              <a:rPr lang="en-US" dirty="0"/>
              <a:t>Write a Java program</a:t>
            </a:r>
          </a:p>
          <a:p>
            <a:pPr marL="342900" lvl="0" indent="-342900" fontAlgn="t"/>
            <a:r>
              <a:rPr lang="en-US" dirty="0"/>
              <a:t>Create a database table</a:t>
            </a:r>
          </a:p>
          <a:p>
            <a:pPr marL="342900" lvl="0" indent="-342900" fontAlgn="t"/>
            <a:r>
              <a:rPr lang="en-US" dirty="0"/>
              <a:t>Build a webpage</a:t>
            </a:r>
          </a:p>
          <a:p>
            <a:pPr fontAlgn="t">
              <a:buNone/>
            </a:pPr>
            <a:r>
              <a:rPr lang="en-US" b="1" dirty="0"/>
              <a:t>Assessment Example</a:t>
            </a:r>
          </a:p>
          <a:p>
            <a:pPr fontAlgn="t">
              <a:buNone/>
            </a:pPr>
            <a:r>
              <a:rPr lang="en-US" dirty="0"/>
              <a:t>"Develop a simple calculator application."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940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22DDD-47E0-13B8-432B-A5A8B82B3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4 - Analyze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0E15E-1238-F794-B66F-3D01944AE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fontAlgn="t">
              <a:buNone/>
            </a:pPr>
            <a:r>
              <a:rPr lang="en-US" b="1" dirty="0"/>
              <a:t>Meaning</a:t>
            </a:r>
          </a:p>
          <a:p>
            <a:pPr fontAlgn="t">
              <a:buNone/>
            </a:pPr>
            <a:r>
              <a:rPr lang="en-US" dirty="0"/>
              <a:t>Breaking information into parts and examining relationships.</a:t>
            </a:r>
          </a:p>
          <a:p>
            <a:pPr fontAlgn="t">
              <a:buNone/>
            </a:pPr>
            <a:r>
              <a:rPr lang="en-US" b="1" dirty="0"/>
              <a:t>Action Verbs</a:t>
            </a:r>
          </a:p>
          <a:p>
            <a:pPr marL="342900" lvl="0" indent="-342900" fontAlgn="t"/>
            <a:r>
              <a:rPr lang="en-US" dirty="0"/>
              <a:t>Compare</a:t>
            </a:r>
          </a:p>
          <a:p>
            <a:pPr marL="342900" lvl="0" indent="-342900" fontAlgn="t"/>
            <a:r>
              <a:rPr lang="en-US" dirty="0"/>
              <a:t>Differentiate</a:t>
            </a:r>
          </a:p>
          <a:p>
            <a:pPr marL="342900" indent="-342900" fontAlgn="t"/>
            <a:r>
              <a:rPr lang="en-US" dirty="0"/>
              <a:t>Organize</a:t>
            </a:r>
          </a:p>
          <a:p>
            <a:pPr marL="342900" lvl="0" indent="-342900" fontAlgn="t"/>
            <a:r>
              <a:rPr lang="en-US" dirty="0"/>
              <a:t>Investigate</a:t>
            </a:r>
          </a:p>
          <a:p>
            <a:pPr marL="342900" lvl="0" indent="-342900" fontAlgn="t"/>
            <a:r>
              <a:rPr lang="en-US" dirty="0"/>
              <a:t>Analyze</a:t>
            </a:r>
          </a:p>
          <a:p>
            <a:pPr fontAlgn="t">
              <a:buNone/>
            </a:pPr>
            <a:r>
              <a:rPr lang="en-US" b="1" dirty="0"/>
              <a:t>Computing Examples</a:t>
            </a:r>
          </a:p>
          <a:p>
            <a:pPr marL="342900" lvl="0" indent="-342900" fontAlgn="t"/>
            <a:r>
              <a:rPr lang="en-US" dirty="0"/>
              <a:t>Compare two programming languages</a:t>
            </a:r>
          </a:p>
          <a:p>
            <a:pPr marL="342900" lvl="0" indent="-342900" fontAlgn="t"/>
            <a:r>
              <a:rPr lang="en-US" dirty="0"/>
              <a:t>Analyze system requirements</a:t>
            </a:r>
          </a:p>
          <a:p>
            <a:pPr marL="342900" lvl="0" indent="-342900" fontAlgn="t"/>
            <a:r>
              <a:rPr lang="en-US" dirty="0"/>
              <a:t>Identify causes of software failure</a:t>
            </a:r>
          </a:p>
          <a:p>
            <a:pPr fontAlgn="t">
              <a:buNone/>
            </a:pPr>
            <a:r>
              <a:rPr lang="en-US" b="1" dirty="0"/>
              <a:t>Assessment Example</a:t>
            </a:r>
          </a:p>
          <a:p>
            <a:pPr fontAlgn="t">
              <a:buNone/>
            </a:pPr>
            <a:r>
              <a:rPr lang="en-US" dirty="0"/>
              <a:t>"Compare Agile and Waterfall methodologies."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574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35933-C039-833D-AA77-E42995830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5 - Evaluate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117A3-3781-63B3-32C7-33C595027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fontAlgn="t">
              <a:buNone/>
            </a:pPr>
            <a:r>
              <a:rPr lang="en-US" b="1" dirty="0"/>
              <a:t>Meaning</a:t>
            </a:r>
          </a:p>
          <a:p>
            <a:pPr fontAlgn="t">
              <a:buNone/>
            </a:pPr>
            <a:r>
              <a:rPr lang="en-US" dirty="0"/>
              <a:t>Making judgments based on evidence.</a:t>
            </a:r>
          </a:p>
          <a:p>
            <a:pPr fontAlgn="t">
              <a:buNone/>
            </a:pPr>
            <a:r>
              <a:rPr lang="en-US" b="1" dirty="0"/>
              <a:t>Action Verbs</a:t>
            </a:r>
          </a:p>
          <a:p>
            <a:pPr marL="342900" lvl="0" indent="-342900" fontAlgn="t"/>
            <a:r>
              <a:rPr lang="en-US" dirty="0"/>
              <a:t>Justify</a:t>
            </a:r>
          </a:p>
          <a:p>
            <a:pPr marL="342900" lvl="0" indent="-342900" fontAlgn="t"/>
            <a:r>
              <a:rPr lang="en-US" dirty="0"/>
              <a:t>Critique</a:t>
            </a:r>
          </a:p>
          <a:p>
            <a:pPr marL="342900" indent="-342900" fontAlgn="t"/>
            <a:r>
              <a:rPr lang="en-US" dirty="0"/>
              <a:t>Recommend software.</a:t>
            </a:r>
          </a:p>
          <a:p>
            <a:pPr marL="342900" lvl="0" indent="-342900" fontAlgn="t"/>
            <a:r>
              <a:rPr lang="en-US" dirty="0"/>
              <a:t>Recommend</a:t>
            </a:r>
          </a:p>
          <a:p>
            <a:pPr marL="342900" lvl="0" indent="-342900" fontAlgn="t"/>
            <a:r>
              <a:rPr lang="en-US" dirty="0"/>
              <a:t>Assess</a:t>
            </a:r>
          </a:p>
          <a:p>
            <a:pPr fontAlgn="t">
              <a:buNone/>
            </a:pPr>
            <a:r>
              <a:rPr lang="en-US" b="1" dirty="0"/>
              <a:t>Computing Examples</a:t>
            </a:r>
          </a:p>
          <a:p>
            <a:pPr marL="342900" lvl="0" indent="-342900" fontAlgn="t"/>
            <a:r>
              <a:rPr lang="en-US" dirty="0"/>
              <a:t>Evaluate a software solution</a:t>
            </a:r>
          </a:p>
          <a:p>
            <a:pPr marL="342900" lvl="0" indent="-342900" fontAlgn="t"/>
            <a:r>
              <a:rPr lang="en-US" dirty="0"/>
              <a:t>Recommend a development methodology</a:t>
            </a:r>
          </a:p>
          <a:p>
            <a:pPr marL="342900" lvl="0" indent="-342900" fontAlgn="t"/>
            <a:r>
              <a:rPr lang="en-US" dirty="0"/>
              <a:t>Critique a website design</a:t>
            </a:r>
          </a:p>
          <a:p>
            <a:pPr marL="342900" indent="-342900" fontAlgn="t"/>
            <a:r>
              <a:rPr lang="en-US" dirty="0"/>
              <a:t>Recommend software.</a:t>
            </a:r>
          </a:p>
          <a:p>
            <a:pPr fontAlgn="t">
              <a:buNone/>
            </a:pPr>
            <a:r>
              <a:rPr lang="en-US" b="1" dirty="0"/>
              <a:t>Assessment Example</a:t>
            </a:r>
          </a:p>
          <a:p>
            <a:pPr fontAlgn="t">
              <a:buNone/>
            </a:pPr>
            <a:r>
              <a:rPr lang="en-US" dirty="0"/>
              <a:t>"Which database solution is most suitable and why?"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456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B0B45-CA81-08D4-5E96-0E6805961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01A4F-A3D0-AA22-C7B7-7689138ED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5 - Evaluate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50F67-DFC9-3B8D-3AEB-11C367AFE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fontAlgn="t">
              <a:buNone/>
            </a:pPr>
            <a:r>
              <a:rPr lang="en-US" b="1" dirty="0"/>
              <a:t>Meaning</a:t>
            </a:r>
          </a:p>
          <a:p>
            <a:pPr fontAlgn="t">
              <a:buNone/>
            </a:pPr>
            <a:r>
              <a:rPr lang="en-US" dirty="0"/>
              <a:t>Making judgments based on evidence.</a:t>
            </a:r>
          </a:p>
          <a:p>
            <a:pPr fontAlgn="t">
              <a:buNone/>
            </a:pPr>
            <a:r>
              <a:rPr lang="en-US" b="1" dirty="0"/>
              <a:t>Action Verbs</a:t>
            </a:r>
          </a:p>
          <a:p>
            <a:pPr marL="342900" lvl="0" indent="-342900" fontAlgn="t"/>
            <a:r>
              <a:rPr lang="en-US" dirty="0"/>
              <a:t>Justify</a:t>
            </a:r>
          </a:p>
          <a:p>
            <a:pPr marL="342900" lvl="0" indent="-342900" fontAlgn="t"/>
            <a:r>
              <a:rPr lang="en-US" dirty="0"/>
              <a:t>Critique</a:t>
            </a:r>
          </a:p>
          <a:p>
            <a:pPr marL="342900" indent="-342900" fontAlgn="t"/>
            <a:r>
              <a:rPr lang="en-US" dirty="0"/>
              <a:t>Recommend software.</a:t>
            </a:r>
          </a:p>
          <a:p>
            <a:pPr marL="342900" lvl="0" indent="-342900" fontAlgn="t"/>
            <a:r>
              <a:rPr lang="en-US" dirty="0"/>
              <a:t>Defend</a:t>
            </a:r>
          </a:p>
          <a:p>
            <a:pPr marL="342900" lvl="0" indent="-342900" fontAlgn="t"/>
            <a:r>
              <a:rPr lang="en-US" dirty="0"/>
              <a:t>Assess</a:t>
            </a:r>
          </a:p>
          <a:p>
            <a:pPr fontAlgn="t">
              <a:buNone/>
            </a:pPr>
            <a:r>
              <a:rPr lang="en-US" b="1" dirty="0"/>
              <a:t>Computing Examples</a:t>
            </a:r>
          </a:p>
          <a:p>
            <a:pPr marL="342900" lvl="0" indent="-342900" fontAlgn="t"/>
            <a:r>
              <a:rPr lang="en-US" dirty="0"/>
              <a:t>Evaluate a software solution</a:t>
            </a:r>
          </a:p>
          <a:p>
            <a:pPr marL="342900" lvl="0" indent="-342900" fontAlgn="t"/>
            <a:r>
              <a:rPr lang="en-US" dirty="0"/>
              <a:t>Recommend a development methodology</a:t>
            </a:r>
          </a:p>
          <a:p>
            <a:pPr marL="342900" lvl="0" indent="-342900" fontAlgn="t"/>
            <a:r>
              <a:rPr lang="en-US" dirty="0"/>
              <a:t>Critique a website design</a:t>
            </a:r>
          </a:p>
          <a:p>
            <a:pPr marL="342900" indent="-342900" fontAlgn="t"/>
            <a:r>
              <a:rPr lang="en-US" dirty="0"/>
              <a:t>Recommend software.</a:t>
            </a:r>
          </a:p>
          <a:p>
            <a:pPr fontAlgn="t">
              <a:buNone/>
            </a:pPr>
            <a:r>
              <a:rPr lang="en-US" b="1" dirty="0"/>
              <a:t>Assessment Example</a:t>
            </a:r>
          </a:p>
          <a:p>
            <a:pPr fontAlgn="t">
              <a:buNone/>
            </a:pPr>
            <a:r>
              <a:rPr lang="en-US" dirty="0"/>
              <a:t>Recommend the best programming language for beginners and justify your answer.</a:t>
            </a:r>
          </a:p>
          <a:p>
            <a:pPr fontAlgn="t">
              <a:buNone/>
            </a:pP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318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A5D1F-6C95-D106-7112-589D6E2EA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6 - Create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2B240-9BD8-12EE-8C5B-A6E1FF75C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fontAlgn="t">
              <a:buNone/>
            </a:pPr>
            <a:r>
              <a:rPr lang="en-US" b="1" dirty="0"/>
              <a:t>Meaning</a:t>
            </a:r>
          </a:p>
          <a:p>
            <a:pPr fontAlgn="t">
              <a:buNone/>
            </a:pPr>
            <a:r>
              <a:rPr lang="en-US" dirty="0"/>
              <a:t>Producing something new.</a:t>
            </a:r>
          </a:p>
          <a:p>
            <a:pPr fontAlgn="t">
              <a:buNone/>
            </a:pPr>
            <a:r>
              <a:rPr lang="en-US" b="1" dirty="0"/>
              <a:t>Action Verbs</a:t>
            </a:r>
          </a:p>
          <a:p>
            <a:pPr marL="342900" lvl="0" indent="-342900" fontAlgn="t"/>
            <a:r>
              <a:rPr lang="en-US" dirty="0"/>
              <a:t>Design</a:t>
            </a:r>
          </a:p>
          <a:p>
            <a:pPr marL="342900" lvl="0" indent="-342900" fontAlgn="t"/>
            <a:r>
              <a:rPr lang="en-US" dirty="0"/>
              <a:t>Develop</a:t>
            </a:r>
          </a:p>
          <a:p>
            <a:pPr marL="342900" lvl="0" indent="-342900" fontAlgn="t"/>
            <a:r>
              <a:rPr lang="en-US" dirty="0"/>
              <a:t>Create</a:t>
            </a:r>
          </a:p>
          <a:p>
            <a:pPr marL="342900" lvl="0" indent="-342900" fontAlgn="t"/>
            <a:r>
              <a:rPr lang="en-US" dirty="0"/>
              <a:t>Construct</a:t>
            </a:r>
          </a:p>
          <a:p>
            <a:pPr marL="342900" lvl="0" indent="-342900" fontAlgn="t"/>
            <a:r>
              <a:rPr lang="en-US" dirty="0"/>
              <a:t>Build</a:t>
            </a:r>
          </a:p>
          <a:p>
            <a:pPr fontAlgn="t">
              <a:buNone/>
            </a:pPr>
            <a:r>
              <a:rPr lang="en-US" b="1" dirty="0"/>
              <a:t>Computing Examples</a:t>
            </a:r>
          </a:p>
          <a:p>
            <a:pPr marL="342900" lvl="0" indent="-342900" fontAlgn="t"/>
            <a:r>
              <a:rPr lang="en-US" dirty="0"/>
              <a:t>Develop a mobile application</a:t>
            </a:r>
          </a:p>
          <a:p>
            <a:pPr marL="342900" lvl="0" indent="-342900" fontAlgn="t"/>
            <a:r>
              <a:rPr lang="en-US" dirty="0"/>
              <a:t>Design a database system</a:t>
            </a:r>
          </a:p>
          <a:p>
            <a:pPr marL="342900" lvl="0" indent="-342900" fontAlgn="t"/>
            <a:r>
              <a:rPr lang="en-US" dirty="0"/>
              <a:t>Create a cybersecurity solution</a:t>
            </a:r>
          </a:p>
          <a:p>
            <a:pPr fontAlgn="t">
              <a:buNone/>
            </a:pPr>
            <a:r>
              <a:rPr lang="en-US" b="1" dirty="0"/>
              <a:t>Assessment Example</a:t>
            </a:r>
          </a:p>
          <a:p>
            <a:pPr fontAlgn="t">
              <a:buNone/>
            </a:pPr>
            <a:r>
              <a:rPr lang="en-US" dirty="0"/>
              <a:t>Design a student management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494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BD75C-8E4F-49A2-36EB-B2336DC8B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Bloom's Taxonomy and Computing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467405-E168-B764-8EDC-ECB9F3FD5D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5937541"/>
              </p:ext>
            </p:extLst>
          </p:nvPr>
        </p:nvGraphicFramePr>
        <p:xfrm>
          <a:off x="838200" y="2512187"/>
          <a:ext cx="10515600" cy="26124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96538105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025291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Computing 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6459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Remember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Define Java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334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Understand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Explain Java OOP concepts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0422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Apply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Write Java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3725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Analyze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Compare OOP and Procedural programming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6700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Evaluate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Recommend the best 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2179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Create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US" dirty="0">
                          <a:effectLst/>
                        </a:rPr>
                        <a:t>Develop a complete software system</a:t>
                      </a: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856981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854E8EB-AEB0-835A-AF30-B985F8C56C13}"/>
              </a:ext>
            </a:extLst>
          </p:cNvPr>
          <p:cNvSpPr txBox="1"/>
          <p:nvPr/>
        </p:nvSpPr>
        <p:spPr>
          <a:xfrm>
            <a:off x="762346" y="5358689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1800" b="0" i="0" dirty="0">
                <a:effectLst/>
                <a:latin typeface="+mn-lt"/>
              </a:rPr>
              <a:t>University assessments often require more than simply remembering information.</a:t>
            </a:r>
            <a:endParaRPr lang="en-US" sz="1800" b="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297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EBDA-88A0-DF00-286D-EB30D910D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t"/>
            <a:r>
              <a:rPr lang="en-US" dirty="0"/>
              <a:t>Understanding the Progression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DA138-FF90-C10F-C1AF-BD6B84558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fontAlgn="t">
              <a:buNone/>
            </a:pPr>
            <a:r>
              <a:rPr lang="en-US" b="1" dirty="0"/>
              <a:t>Slide 20</a:t>
            </a:r>
          </a:p>
          <a:p>
            <a:pPr fontAlgn="t">
              <a:buNone/>
            </a:pPr>
            <a:r>
              <a:rPr lang="en-US" b="1" dirty="0"/>
              <a:t>Remember:</a:t>
            </a:r>
          </a:p>
          <a:p>
            <a:pPr fontAlgn="t">
              <a:buNone/>
            </a:pPr>
            <a:r>
              <a:rPr lang="en-US" dirty="0"/>
              <a:t>What is a database?</a:t>
            </a:r>
          </a:p>
          <a:p>
            <a:pPr fontAlgn="t">
              <a:buNone/>
            </a:pPr>
            <a:r>
              <a:rPr lang="en-US" b="1" dirty="0"/>
              <a:t>Understand:</a:t>
            </a:r>
          </a:p>
          <a:p>
            <a:pPr fontAlgn="t">
              <a:buNone/>
            </a:pPr>
            <a:r>
              <a:rPr lang="en-US" dirty="0"/>
              <a:t>Explain a database.</a:t>
            </a:r>
          </a:p>
          <a:p>
            <a:pPr fontAlgn="t">
              <a:buNone/>
            </a:pPr>
            <a:r>
              <a:rPr lang="en-US" b="1" dirty="0"/>
              <a:t>Apply:</a:t>
            </a:r>
          </a:p>
          <a:p>
            <a:pPr fontAlgn="t">
              <a:buNone/>
            </a:pPr>
            <a:r>
              <a:rPr lang="en-US" dirty="0"/>
              <a:t>Use a database.</a:t>
            </a:r>
          </a:p>
          <a:p>
            <a:pPr fontAlgn="t">
              <a:buNone/>
            </a:pPr>
            <a:r>
              <a:rPr lang="en-US" b="1" dirty="0"/>
              <a:t>Analyze:</a:t>
            </a:r>
          </a:p>
          <a:p>
            <a:pPr fontAlgn="t">
              <a:buNone/>
            </a:pPr>
            <a:r>
              <a:rPr lang="en-US" dirty="0"/>
              <a:t>Compare databases.</a:t>
            </a:r>
          </a:p>
          <a:p>
            <a:pPr fontAlgn="t">
              <a:buNone/>
            </a:pPr>
            <a:r>
              <a:rPr lang="en-US" b="1" dirty="0"/>
              <a:t>Evaluate:</a:t>
            </a:r>
          </a:p>
          <a:p>
            <a:pPr fontAlgn="t">
              <a:buNone/>
            </a:pPr>
            <a:r>
              <a:rPr lang="en-US" dirty="0"/>
              <a:t>Recommend a database.</a:t>
            </a:r>
          </a:p>
          <a:p>
            <a:pPr fontAlgn="t">
              <a:buNone/>
            </a:pPr>
            <a:r>
              <a:rPr lang="en-US" b="1" dirty="0"/>
              <a:t>Create:</a:t>
            </a:r>
          </a:p>
          <a:p>
            <a:pPr fontAlgn="t">
              <a:buNone/>
            </a:pPr>
            <a:r>
              <a:rPr lang="en-US" dirty="0"/>
              <a:t>Design a database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6011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8F093-D76C-FA9F-DBF8-02B0E9E37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Bloom's Taxonomy and University Assignments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349CB-5C00-26E4-BED6-CD0B315F4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t">
              <a:buNone/>
            </a:pPr>
            <a:r>
              <a:rPr lang="en-US" b="1" dirty="0"/>
              <a:t>Many Students Think</a:t>
            </a:r>
          </a:p>
          <a:p>
            <a:pPr fontAlgn="t">
              <a:buNone/>
            </a:pPr>
            <a:r>
              <a:rPr lang="en-US" dirty="0"/>
              <a:t>"I memorized everything. Why did I not get a distinction?"</a:t>
            </a:r>
          </a:p>
          <a:p>
            <a:pPr fontAlgn="t">
              <a:buNone/>
            </a:pPr>
            <a:r>
              <a:rPr lang="en-US" dirty="0"/>
              <a:t>Because university assessments often ask students to:</a:t>
            </a:r>
          </a:p>
          <a:p>
            <a:pPr lvl="1" fontAlgn="t"/>
            <a:r>
              <a:rPr lang="en-US" dirty="0"/>
              <a:t> Analyze</a:t>
            </a:r>
          </a:p>
          <a:p>
            <a:pPr lvl="1" fontAlgn="t"/>
            <a:r>
              <a:rPr lang="en-US" dirty="0"/>
              <a:t> Evaluate</a:t>
            </a:r>
          </a:p>
          <a:p>
            <a:pPr lvl="1" fontAlgn="t"/>
            <a:r>
              <a:rPr lang="en-US" dirty="0"/>
              <a:t> Create</a:t>
            </a:r>
          </a:p>
          <a:p>
            <a:pPr fontAlgn="t">
              <a:buNone/>
            </a:pPr>
            <a:r>
              <a:rPr lang="en-US" dirty="0"/>
              <a:t>Not just remember facts.</a:t>
            </a:r>
          </a:p>
          <a:p>
            <a:pPr fontAlgn="t">
              <a:buNone/>
            </a:pPr>
            <a:r>
              <a:rPr lang="en-US" b="1" dirty="0"/>
              <a:t>Example</a:t>
            </a:r>
          </a:p>
          <a:p>
            <a:pPr fontAlgn="t">
              <a:buNone/>
            </a:pPr>
            <a:r>
              <a:rPr lang="en-US" dirty="0"/>
              <a:t>Weak Answer:</a:t>
            </a:r>
          </a:p>
          <a:p>
            <a:pPr fontAlgn="t">
              <a:buNone/>
            </a:pPr>
            <a:r>
              <a:rPr lang="en-US" dirty="0"/>
              <a:t>"Agile is a software methodology."</a:t>
            </a:r>
          </a:p>
          <a:p>
            <a:pPr fontAlgn="t">
              <a:buNone/>
            </a:pPr>
            <a:r>
              <a:rPr lang="en-US" dirty="0"/>
              <a:t>Strong Answer:</a:t>
            </a:r>
          </a:p>
          <a:p>
            <a:pPr fontAlgn="t">
              <a:buNone/>
            </a:pPr>
            <a:r>
              <a:rPr lang="en-US" dirty="0"/>
              <a:t>"Agile is suitable because it supports iterative development, frequent feedback and changing requirements."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105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39CBE-52BE-1C2D-B375-08AE67CB7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255"/>
            <a:ext cx="10515600" cy="1325563"/>
          </a:xfrm>
        </p:spPr>
        <p:txBody>
          <a:bodyPr/>
          <a:lstStyle/>
          <a:p>
            <a:r>
              <a:rPr lang="en-US" dirty="0"/>
              <a:t>Bloom's Taxonomy and Your Degree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80B7F-36C2-D22C-54B9-BC1771F58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2579"/>
            <a:ext cx="10515600" cy="4351338"/>
          </a:xfrm>
        </p:spPr>
        <p:txBody>
          <a:bodyPr>
            <a:noAutofit/>
          </a:bodyPr>
          <a:lstStyle/>
          <a:p>
            <a:pPr fontAlgn="t">
              <a:buNone/>
            </a:pPr>
            <a:r>
              <a:rPr lang="en-US" sz="1200" b="1" dirty="0"/>
              <a:t>Foundation Year (Level 3)</a:t>
            </a:r>
          </a:p>
          <a:p>
            <a:pPr fontAlgn="t">
              <a:buNone/>
            </a:pPr>
            <a:r>
              <a:rPr lang="en-US" sz="1200" dirty="0"/>
              <a:t>Focus on:</a:t>
            </a:r>
          </a:p>
          <a:p>
            <a:pPr marL="342900" lvl="0" indent="-342900" fontAlgn="t"/>
            <a:r>
              <a:rPr lang="en-US" sz="1200" dirty="0"/>
              <a:t>Remember</a:t>
            </a:r>
          </a:p>
          <a:p>
            <a:pPr marL="342900" lvl="0" indent="-342900" fontAlgn="t"/>
            <a:r>
              <a:rPr lang="en-US" sz="1200" dirty="0"/>
              <a:t>Understand</a:t>
            </a:r>
          </a:p>
          <a:p>
            <a:pPr marL="342900" lvl="0" indent="-342900" fontAlgn="t"/>
            <a:r>
              <a:rPr lang="en-US" sz="1200" dirty="0"/>
              <a:t>Apply</a:t>
            </a:r>
          </a:p>
          <a:p>
            <a:pPr fontAlgn="t">
              <a:buNone/>
            </a:pPr>
            <a:r>
              <a:rPr lang="en-US" sz="1200" b="1" dirty="0"/>
              <a:t>Year 1 (Level 4)</a:t>
            </a:r>
          </a:p>
          <a:p>
            <a:pPr fontAlgn="t">
              <a:buNone/>
            </a:pPr>
            <a:r>
              <a:rPr lang="en-US" sz="1200" dirty="0"/>
              <a:t>More:</a:t>
            </a:r>
          </a:p>
          <a:p>
            <a:pPr marL="342900" lvl="0" indent="-342900" fontAlgn="t"/>
            <a:r>
              <a:rPr lang="en-US" sz="1200" dirty="0"/>
              <a:t>Apply</a:t>
            </a:r>
          </a:p>
          <a:p>
            <a:pPr marL="342900" lvl="0" indent="-342900" fontAlgn="t"/>
            <a:r>
              <a:rPr lang="en-US" sz="1200" dirty="0"/>
              <a:t>Analyze</a:t>
            </a:r>
          </a:p>
          <a:p>
            <a:pPr fontAlgn="t">
              <a:buNone/>
            </a:pPr>
            <a:r>
              <a:rPr lang="en-US" sz="1200" b="1" dirty="0"/>
              <a:t>Year 2 (Level 5)</a:t>
            </a:r>
          </a:p>
          <a:p>
            <a:pPr fontAlgn="t">
              <a:buNone/>
            </a:pPr>
            <a:r>
              <a:rPr lang="en-US" sz="1200" dirty="0"/>
              <a:t>More:</a:t>
            </a:r>
          </a:p>
          <a:p>
            <a:pPr marL="342900" lvl="0" indent="-342900" fontAlgn="t"/>
            <a:r>
              <a:rPr lang="en-US" sz="1200" dirty="0"/>
              <a:t>Analyze</a:t>
            </a:r>
          </a:p>
          <a:p>
            <a:pPr marL="342900" lvl="0" indent="-342900" fontAlgn="t"/>
            <a:r>
              <a:rPr lang="en-US" sz="1200" dirty="0"/>
              <a:t>Evaluate</a:t>
            </a:r>
          </a:p>
          <a:p>
            <a:pPr fontAlgn="t">
              <a:buNone/>
            </a:pPr>
            <a:r>
              <a:rPr lang="en-US" sz="1200" b="1" dirty="0"/>
              <a:t>Final Year (Level 6)</a:t>
            </a:r>
          </a:p>
          <a:p>
            <a:pPr fontAlgn="t">
              <a:buNone/>
            </a:pPr>
            <a:r>
              <a:rPr lang="en-US" sz="1200" dirty="0"/>
              <a:t>Strong emphasis on:</a:t>
            </a:r>
          </a:p>
          <a:p>
            <a:pPr marL="342900" lvl="0" indent="-342900" fontAlgn="t"/>
            <a:r>
              <a:rPr lang="en-US" sz="1200" dirty="0"/>
              <a:t>Evaluate</a:t>
            </a:r>
          </a:p>
          <a:p>
            <a:pPr marL="342900" lvl="0" indent="-342900" fontAlgn="t"/>
            <a:r>
              <a:rPr lang="en-US" sz="1200" dirty="0"/>
              <a:t>Create</a:t>
            </a:r>
          </a:p>
          <a:p>
            <a:pPr fontAlgn="t">
              <a:buNone/>
            </a:pPr>
            <a:r>
              <a:rPr lang="en-US" sz="1200" b="1" dirty="0"/>
              <a:t>Key Message</a:t>
            </a:r>
          </a:p>
          <a:p>
            <a:pPr fontAlgn="t">
              <a:buNone/>
            </a:pPr>
            <a:r>
              <a:rPr lang="en-US" sz="1200" dirty="0"/>
              <a:t>Every year moves you toward independent professional thinking.</a:t>
            </a:r>
          </a:p>
        </p:txBody>
      </p:sp>
    </p:spTree>
    <p:extLst>
      <p:ext uri="{BB962C8B-B14F-4D97-AF65-F5344CB8AC3E}">
        <p14:creationId xmlns:p14="http://schemas.microsoft.com/office/powerpoint/2010/main" val="295917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A4149-AB64-ECD9-97A7-E98D062CE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Bloom's Taxonomy and Employability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98558-F786-76E3-BFD5-5213CE1E7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t">
              <a:buNone/>
            </a:pPr>
            <a:r>
              <a:rPr lang="en-US" dirty="0"/>
              <a:t>Employers want graduates who can:</a:t>
            </a:r>
          </a:p>
          <a:p>
            <a:pPr lvl="1" fontAlgn="t"/>
            <a:r>
              <a:rPr lang="en-US" dirty="0"/>
              <a:t>Understand requirements</a:t>
            </a:r>
          </a:p>
          <a:p>
            <a:pPr lvl="1" fontAlgn="t"/>
            <a:r>
              <a:rPr lang="en-US" dirty="0"/>
              <a:t>Apply knowledge</a:t>
            </a:r>
          </a:p>
          <a:p>
            <a:pPr lvl="1" fontAlgn="t"/>
            <a:r>
              <a:rPr lang="en-US" dirty="0"/>
              <a:t>Analyze problems</a:t>
            </a:r>
          </a:p>
          <a:p>
            <a:pPr lvl="1" fontAlgn="t"/>
            <a:r>
              <a:rPr lang="en-US" dirty="0"/>
              <a:t>Evaluate solutions</a:t>
            </a:r>
          </a:p>
          <a:p>
            <a:pPr lvl="1" fontAlgn="t"/>
            <a:r>
              <a:rPr lang="en-US" dirty="0"/>
              <a:t>Create new ideas</a:t>
            </a:r>
          </a:p>
          <a:p>
            <a:pPr fontAlgn="t">
              <a:buNone/>
            </a:pPr>
            <a:r>
              <a:rPr lang="en-US" b="1" dirty="0"/>
              <a:t>Real Example</a:t>
            </a:r>
          </a:p>
          <a:p>
            <a:pPr fontAlgn="t">
              <a:buNone/>
            </a:pPr>
            <a:r>
              <a:rPr lang="en-US" dirty="0"/>
              <a:t>Software Developer:</a:t>
            </a:r>
          </a:p>
          <a:p>
            <a:pPr marL="800100" lvl="1" indent="-342900" fontAlgn="t"/>
            <a:r>
              <a:rPr lang="en-US" dirty="0"/>
              <a:t>Remembers syntax</a:t>
            </a:r>
          </a:p>
          <a:p>
            <a:pPr marL="800100" lvl="1" indent="-342900" fontAlgn="t"/>
            <a:r>
              <a:rPr lang="en-US" dirty="0"/>
              <a:t>Understands concepts</a:t>
            </a:r>
          </a:p>
          <a:p>
            <a:pPr marL="800100" lvl="1" indent="-342900" fontAlgn="t"/>
            <a:r>
              <a:rPr lang="en-US" dirty="0"/>
              <a:t>Applies coding skills</a:t>
            </a:r>
          </a:p>
          <a:p>
            <a:pPr marL="800100" lvl="1" indent="-342900" fontAlgn="t"/>
            <a:r>
              <a:rPr lang="en-US" dirty="0"/>
              <a:t>Analyzes bugs</a:t>
            </a:r>
          </a:p>
          <a:p>
            <a:pPr marL="800100" lvl="1" indent="-342900" fontAlgn="t"/>
            <a:r>
              <a:rPr lang="en-US" dirty="0"/>
              <a:t>Evaluates solutions</a:t>
            </a:r>
          </a:p>
          <a:p>
            <a:pPr marL="800100" lvl="1" indent="-342900" fontAlgn="t"/>
            <a:r>
              <a:rPr lang="en-US" dirty="0"/>
              <a:t>Creates software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046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80AC3-22E6-5164-0466-A70E5DF0B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CBFBA-4378-C2F4-B225-4F3A49B12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t">
              <a:buNone/>
            </a:pPr>
            <a:r>
              <a:rPr lang="en-US" dirty="0"/>
              <a:t>Students often:</a:t>
            </a:r>
          </a:p>
          <a:p>
            <a:pPr lvl="1" fontAlgn="t"/>
            <a:r>
              <a:rPr lang="en-US" dirty="0"/>
              <a:t>Memorize only</a:t>
            </a:r>
          </a:p>
          <a:p>
            <a:pPr lvl="1" fontAlgn="t"/>
            <a:r>
              <a:rPr lang="en-US" dirty="0"/>
              <a:t>Avoid analysis</a:t>
            </a:r>
          </a:p>
          <a:p>
            <a:pPr lvl="1" fontAlgn="t"/>
            <a:r>
              <a:rPr lang="en-US" dirty="0"/>
              <a:t>Struggle with evaluation</a:t>
            </a:r>
          </a:p>
          <a:p>
            <a:pPr lvl="1" fontAlgn="t"/>
            <a:r>
              <a:rPr lang="en-US" dirty="0"/>
              <a:t>Leave creativity until last</a:t>
            </a:r>
          </a:p>
          <a:p>
            <a:pPr fontAlgn="t">
              <a:buNone/>
            </a:pPr>
            <a:r>
              <a:rPr lang="en-US" dirty="0"/>
              <a:t>Successful students aim for higher-order thinking.</a:t>
            </a:r>
          </a:p>
          <a:p>
            <a:pPr fontAlgn="t">
              <a:buNone/>
            </a:pPr>
            <a:r>
              <a:rPr lang="en-US" b="1" dirty="0"/>
              <a:t>How to Improve Your Learning</a:t>
            </a:r>
          </a:p>
          <a:p>
            <a:pPr fontAlgn="t">
              <a:buNone/>
            </a:pPr>
            <a:r>
              <a:rPr lang="en-US" b="1" dirty="0"/>
              <a:t>Move beyond:</a:t>
            </a:r>
          </a:p>
          <a:p>
            <a:pPr marL="800100" lvl="1" indent="-342900" fontAlgn="t"/>
            <a:r>
              <a:rPr lang="en-US" dirty="0"/>
              <a:t>Reading notes</a:t>
            </a:r>
          </a:p>
          <a:p>
            <a:pPr fontAlgn="t">
              <a:buNone/>
            </a:pPr>
            <a:r>
              <a:rPr lang="en-US" b="1" dirty="0"/>
              <a:t>Towards:</a:t>
            </a:r>
          </a:p>
          <a:p>
            <a:pPr marL="800100" lvl="1" indent="-342900" fontAlgn="t"/>
            <a:r>
              <a:rPr lang="en-US" dirty="0"/>
              <a:t>Asking questions</a:t>
            </a:r>
          </a:p>
          <a:p>
            <a:pPr marL="800100" lvl="1" indent="-342900" fontAlgn="t"/>
            <a:r>
              <a:rPr lang="en-US" dirty="0"/>
              <a:t>Solving problems</a:t>
            </a:r>
          </a:p>
          <a:p>
            <a:pPr marL="800100" lvl="1" indent="-342900" fontAlgn="t"/>
            <a:r>
              <a:rPr lang="en-US" dirty="0"/>
              <a:t>Debating ideas</a:t>
            </a:r>
          </a:p>
          <a:p>
            <a:pPr marL="800100" lvl="1" indent="-342900" fontAlgn="t"/>
            <a:r>
              <a:rPr lang="en-US" dirty="0"/>
              <a:t>Creating projects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173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201F3-BBC1-13D8-2A93-4A125E6EB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CF282-C2FD-4B8F-3C7D-4D7256F40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t">
              <a:buNone/>
            </a:pPr>
            <a:r>
              <a:rPr lang="en-US" b="1" dirty="0"/>
              <a:t>Remember = I know it.</a:t>
            </a:r>
            <a:endParaRPr lang="en-US" dirty="0"/>
          </a:p>
          <a:p>
            <a:pPr fontAlgn="t">
              <a:buNone/>
            </a:pPr>
            <a:r>
              <a:rPr lang="en-US" b="1" dirty="0"/>
              <a:t>Understand = I can explain it.</a:t>
            </a:r>
            <a:endParaRPr lang="en-US" dirty="0"/>
          </a:p>
          <a:p>
            <a:pPr fontAlgn="t">
              <a:buNone/>
            </a:pPr>
            <a:r>
              <a:rPr lang="en-US" b="1" dirty="0"/>
              <a:t>Apply = I can use it.</a:t>
            </a:r>
            <a:endParaRPr lang="en-US" dirty="0"/>
          </a:p>
          <a:p>
            <a:pPr fontAlgn="t">
              <a:buNone/>
            </a:pPr>
            <a:r>
              <a:rPr lang="en-US" b="1" dirty="0"/>
              <a:t>Analyze = I can break it down.</a:t>
            </a:r>
            <a:endParaRPr lang="en-US" dirty="0"/>
          </a:p>
          <a:p>
            <a:pPr fontAlgn="t">
              <a:buNone/>
            </a:pPr>
            <a:r>
              <a:rPr lang="en-US" b="1" dirty="0"/>
              <a:t>Evaluate = I can justify it.</a:t>
            </a:r>
          </a:p>
          <a:p>
            <a:pPr fontAlgn="t">
              <a:buNone/>
            </a:pPr>
            <a:r>
              <a:rPr lang="en-US" b="1" dirty="0"/>
              <a:t>Create = I can build something new.</a:t>
            </a:r>
            <a:endParaRPr lang="en-US" dirty="0"/>
          </a:p>
          <a:p>
            <a:pPr fontAlgn="t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2207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348C-919A-3A2D-2009-AA1E87429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DCBC7-7F7C-B2A7-B592-1FCBE33CA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buNone/>
            </a:pPr>
            <a:r>
              <a:rPr lang="en-US" dirty="0"/>
              <a:t>Answer: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US" dirty="0"/>
              <a:t>Which Bloom's level do you currently use most?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US" dirty="0"/>
              <a:t>Which level is most difficult?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US" dirty="0"/>
              <a:t>Which level will be important in your future career?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US" dirty="0"/>
              <a:t>How can you move from remembering to applying?</a:t>
            </a:r>
          </a:p>
          <a:p>
            <a:pPr marL="0" indent="0" fontAlgn="t">
              <a:buNone/>
            </a:pPr>
            <a:r>
              <a:rPr lang="en-US" dirty="0"/>
              <a:t>University success is not about memorizing facts. It is about developing the ability to understand, apply, analyze, evaluate and create.</a:t>
            </a:r>
          </a:p>
          <a:p>
            <a:pPr marL="0" lvl="0" indent="0" fontAlgn="t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57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34c330b-3c51-42a1-b13e-90ea1ac015c2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1157</Words>
  <Application>Microsoft Office PowerPoint</Application>
  <PresentationFormat>Widescreen</PresentationFormat>
  <Paragraphs>310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Segoe UI</vt:lpstr>
      <vt:lpstr>Office Theme</vt:lpstr>
      <vt:lpstr>CIS092-1 Fundamentals of Study and Employability</vt:lpstr>
      <vt:lpstr>Learning Outcomes</vt:lpstr>
      <vt:lpstr>Starter Question</vt:lpstr>
      <vt:lpstr>Bloom's Taxonomy and Your Course</vt:lpstr>
      <vt:lpstr>Why Do We Study?</vt:lpstr>
      <vt:lpstr>Why Are We Here?</vt:lpstr>
      <vt:lpstr>What Is Bloom's Taxonomy?</vt:lpstr>
      <vt:lpstr>Why is Bloom's Taxonomy Important?</vt:lpstr>
      <vt:lpstr>Bloom's Taxonomy Pyramid</vt:lpstr>
      <vt:lpstr>Level 1 - Remember</vt:lpstr>
      <vt:lpstr>Level 2 - Understand</vt:lpstr>
      <vt:lpstr>Remember vs Understand</vt:lpstr>
      <vt:lpstr>Level 3 - Apply</vt:lpstr>
      <vt:lpstr>Level 4 - Analyze</vt:lpstr>
      <vt:lpstr>Level 5 - Evaluate</vt:lpstr>
      <vt:lpstr>Level 5 - Evaluate</vt:lpstr>
      <vt:lpstr>Level 6 - Create</vt:lpstr>
      <vt:lpstr>Bloom's Taxonomy and Computing</vt:lpstr>
      <vt:lpstr>Understanding the Progression</vt:lpstr>
      <vt:lpstr>Bloom's Taxonomy and University Assignments</vt:lpstr>
      <vt:lpstr>Bloom's Taxonomy and Your Degree Roadmap</vt:lpstr>
      <vt:lpstr>Bloom's Taxonomy and Employability</vt:lpstr>
      <vt:lpstr>Common Mistakes</vt:lpstr>
      <vt:lpstr>PowerPoint Presentation</vt:lpstr>
      <vt:lpstr>Reflection 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Rai, Upama</dc:creator>
  <cp:lastModifiedBy>Rai, Upama</cp:lastModifiedBy>
  <cp:revision>1</cp:revision>
  <dcterms:created xsi:type="dcterms:W3CDTF">2026-09-24T02:07:47Z</dcterms:created>
  <dcterms:modified xsi:type="dcterms:W3CDTF">2026-09-26T18:07:17Z</dcterms:modified>
</cp:coreProperties>
</file>