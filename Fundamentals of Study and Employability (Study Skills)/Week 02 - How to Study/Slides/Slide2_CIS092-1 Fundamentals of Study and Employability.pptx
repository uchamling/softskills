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6DB1B-975B-484C-BD14-E87C63103C2A}" v="60" dt="2026-09-21T17:03:03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undo custSel addSld delSld modSld">
      <pc:chgData name="Rai, Upama" userId="d8ca7f89-5e54-445b-9d24-0c0dc93119ec" providerId="ADAL" clId="{23F3D788-E39F-4307-9F13-A8E13E4C9956}" dt="2026-09-21T17:03:04.630" v="340" actId="20577"/>
      <pc:docMkLst>
        <pc:docMk/>
      </pc:docMkLst>
      <pc:sldChg chg="addSp delSp modSp new mod setBg">
        <pc:chgData name="Rai, Upama" userId="d8ca7f89-5e54-445b-9d24-0c0dc93119ec" providerId="ADAL" clId="{23F3D788-E39F-4307-9F13-A8E13E4C9956}" dt="2026-09-21T16:41:31.853" v="23" actId="26606"/>
        <pc:sldMkLst>
          <pc:docMk/>
          <pc:sldMk cId="1467809080" sldId="268"/>
        </pc:sldMkLst>
        <pc:spChg chg="add del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2" creationId="{74FEEC12-9773-2756-F782-25C31FB8719B}"/>
          </ac:spMkLst>
        </pc:spChg>
        <pc:spChg chg="add del">
          <ac:chgData name="Rai, Upama" userId="d8ca7f89-5e54-445b-9d24-0c0dc93119ec" providerId="ADAL" clId="{23F3D788-E39F-4307-9F13-A8E13E4C9956}" dt="2026-09-21T16:40:11.333" v="9"/>
          <ac:spMkLst>
            <pc:docMk/>
            <pc:sldMk cId="1467809080" sldId="268"/>
            <ac:spMk id="3" creationId="{13A7F98C-B701-B464-DC0E-1F7C5A1B9159}"/>
          </ac:spMkLst>
        </pc:spChg>
        <pc:spChg chg="add del">
          <ac:chgData name="Rai, Upama" userId="d8ca7f89-5e54-445b-9d24-0c0dc93119ec" providerId="ADAL" clId="{23F3D788-E39F-4307-9F13-A8E13E4C9956}" dt="2026-09-21T16:40:05.416" v="7" actId="478"/>
          <ac:spMkLst>
            <pc:docMk/>
            <pc:sldMk cId="1467809080" sldId="268"/>
            <ac:spMk id="6" creationId="{FE11C9AD-2739-16CD-D97F-E26A1BD690AC}"/>
          </ac:spMkLst>
        </pc:spChg>
        <pc:spChg chg="add del mod">
          <ac:chgData name="Rai, Upama" userId="d8ca7f89-5e54-445b-9d24-0c0dc93119ec" providerId="ADAL" clId="{23F3D788-E39F-4307-9F13-A8E13E4C9956}" dt="2026-09-21T16:40:21.432" v="11" actId="478"/>
          <ac:spMkLst>
            <pc:docMk/>
            <pc:sldMk cId="1467809080" sldId="268"/>
            <ac:spMk id="9" creationId="{B32709F7-BDC1-9FDA-E362-C251B1871538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12" creationId="{F3060C83-F051-4F0E-ABAD-AA0DFC48B218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14" creationId="{83C98ABE-055B-441F-B07E-44F97F083C39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16" creationId="{29FDB030-9B49-4CED-8CCD-4D99382388AC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18" creationId="{3783CA14-24A1-485C-8B30-D6A5D87987AD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20" creationId="{9A97C86A-04D6-40F7-AE84-31AB43E6A846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22" creationId="{FF9F2414-84E8-453E-B1F3-389FDE8192D9}"/>
          </ac:spMkLst>
        </pc:spChg>
        <pc:spChg chg="add del">
          <ac:chgData name="Rai, Upama" userId="d8ca7f89-5e54-445b-9d24-0c0dc93119ec" providerId="ADAL" clId="{23F3D788-E39F-4307-9F13-A8E13E4C9956}" dt="2026-09-21T16:41:26.730" v="16" actId="26606"/>
          <ac:spMkLst>
            <pc:docMk/>
            <pc:sldMk cId="1467809080" sldId="268"/>
            <ac:spMk id="24" creationId="{3ECA69A1-7536-43AC-85EF-C7106179F5ED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26" creationId="{F3060C83-F051-4F0E-ABAD-AA0DFC48B218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27" creationId="{83C98ABE-055B-441F-B07E-44F97F083C39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28" creationId="{29FDB030-9B49-4CED-8CCD-4D99382388AC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29" creationId="{3783CA14-24A1-485C-8B30-D6A5D87987AD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30" creationId="{9A97C86A-04D6-40F7-AE84-31AB43E6A846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31" creationId="{FF9F2414-84E8-453E-B1F3-389FDE8192D9}"/>
          </ac:spMkLst>
        </pc:spChg>
        <pc:spChg chg="add del">
          <ac:chgData name="Rai, Upama" userId="d8ca7f89-5e54-445b-9d24-0c0dc93119ec" providerId="ADAL" clId="{23F3D788-E39F-4307-9F13-A8E13E4C9956}" dt="2026-09-21T16:41:27.647" v="18" actId="26606"/>
          <ac:spMkLst>
            <pc:docMk/>
            <pc:sldMk cId="1467809080" sldId="268"/>
            <ac:spMk id="32" creationId="{3ECA69A1-7536-43AC-85EF-C7106179F5ED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34" creationId="{F3060C83-F051-4F0E-ABAD-AA0DFC48B218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35" creationId="{83C98ABE-055B-441F-B07E-44F97F083C39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36" creationId="{29FDB030-9B49-4CED-8CCD-4D99382388AC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37" creationId="{3783CA14-24A1-485C-8B30-D6A5D87987AD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38" creationId="{9A97C86A-04D6-40F7-AE84-31AB43E6A846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39" creationId="{FF9F2414-84E8-453E-B1F3-389FDE8192D9}"/>
          </ac:spMkLst>
        </pc:spChg>
        <pc:spChg chg="add del">
          <ac:chgData name="Rai, Upama" userId="d8ca7f89-5e54-445b-9d24-0c0dc93119ec" providerId="ADAL" clId="{23F3D788-E39F-4307-9F13-A8E13E4C9956}" dt="2026-09-21T16:41:30.036" v="20" actId="26606"/>
          <ac:spMkLst>
            <pc:docMk/>
            <pc:sldMk cId="1467809080" sldId="268"/>
            <ac:spMk id="40" creationId="{3ECA69A1-7536-43AC-85EF-C7106179F5ED}"/>
          </ac:spMkLst>
        </pc:spChg>
        <pc:spChg chg="add del">
          <ac:chgData name="Rai, Upama" userId="d8ca7f89-5e54-445b-9d24-0c0dc93119ec" providerId="ADAL" clId="{23F3D788-E39F-4307-9F13-A8E13E4C9956}" dt="2026-09-21T16:41:31.841" v="22" actId="26606"/>
          <ac:spMkLst>
            <pc:docMk/>
            <pc:sldMk cId="1467809080" sldId="268"/>
            <ac:spMk id="42" creationId="{BACC6370-2D7E-4714-9D71-7542949D7D5D}"/>
          </ac:spMkLst>
        </pc:spChg>
        <pc:spChg chg="add del">
          <ac:chgData name="Rai, Upama" userId="d8ca7f89-5e54-445b-9d24-0c0dc93119ec" providerId="ADAL" clId="{23F3D788-E39F-4307-9F13-A8E13E4C9956}" dt="2026-09-21T16:41:31.841" v="22" actId="26606"/>
          <ac:spMkLst>
            <pc:docMk/>
            <pc:sldMk cId="1467809080" sldId="268"/>
            <ac:spMk id="43" creationId="{F68B3F68-107C-434F-AA38-110D5EA91B85}"/>
          </ac:spMkLst>
        </pc:spChg>
        <pc:spChg chg="add del">
          <ac:chgData name="Rai, Upama" userId="d8ca7f89-5e54-445b-9d24-0c0dc93119ec" providerId="ADAL" clId="{23F3D788-E39F-4307-9F13-A8E13E4C9956}" dt="2026-09-21T16:41:31.841" v="22" actId="26606"/>
          <ac:spMkLst>
            <pc:docMk/>
            <pc:sldMk cId="1467809080" sldId="268"/>
            <ac:spMk id="44" creationId="{AAD0DBB9-1A4B-4391-81D4-CB19F9AB918A}"/>
          </ac:spMkLst>
        </pc:spChg>
        <pc:spChg chg="add del">
          <ac:chgData name="Rai, Upama" userId="d8ca7f89-5e54-445b-9d24-0c0dc93119ec" providerId="ADAL" clId="{23F3D788-E39F-4307-9F13-A8E13E4C9956}" dt="2026-09-21T16:41:31.841" v="22" actId="26606"/>
          <ac:spMkLst>
            <pc:docMk/>
            <pc:sldMk cId="1467809080" sldId="268"/>
            <ac:spMk id="45" creationId="{063BBA22-50EA-4C4D-BE05-F1CE4E63AA56}"/>
          </ac:spMkLst>
        </pc:spChg>
        <pc:spChg chg="add del">
          <ac:chgData name="Rai, Upama" userId="d8ca7f89-5e54-445b-9d24-0c0dc93119ec" providerId="ADAL" clId="{23F3D788-E39F-4307-9F13-A8E13E4C9956}" dt="2026-09-21T16:41:31.841" v="22" actId="26606"/>
          <ac:spMkLst>
            <pc:docMk/>
            <pc:sldMk cId="1467809080" sldId="268"/>
            <ac:spMk id="46" creationId="{74FEEC12-9773-2756-F782-25C31FB8719B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48" creationId="{F3060C83-F051-4F0E-ABAD-AA0DFC48B218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49" creationId="{83C98ABE-055B-441F-B07E-44F97F083C39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50" creationId="{29FDB030-9B49-4CED-8CCD-4D99382388AC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51" creationId="{3783CA14-24A1-485C-8B30-D6A5D87987AD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52" creationId="{9A97C86A-04D6-40F7-AE84-31AB43E6A846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53" creationId="{FF9F2414-84E8-453E-B1F3-389FDE8192D9}"/>
          </ac:spMkLst>
        </pc:spChg>
        <pc:spChg chg="add">
          <ac:chgData name="Rai, Upama" userId="d8ca7f89-5e54-445b-9d24-0c0dc93119ec" providerId="ADAL" clId="{23F3D788-E39F-4307-9F13-A8E13E4C9956}" dt="2026-09-21T16:41:31.853" v="23" actId="26606"/>
          <ac:spMkLst>
            <pc:docMk/>
            <pc:sldMk cId="1467809080" sldId="268"/>
            <ac:spMk id="54" creationId="{3ECA69A1-7536-43AC-85EF-C7106179F5ED}"/>
          </ac:spMkLst>
        </pc:spChg>
        <pc:graphicFrameChg chg="add mod">
          <ac:chgData name="Rai, Upama" userId="d8ca7f89-5e54-445b-9d24-0c0dc93119ec" providerId="ADAL" clId="{23F3D788-E39F-4307-9F13-A8E13E4C9956}" dt="2026-09-21T16:40:02.315" v="6"/>
          <ac:graphicFrameMkLst>
            <pc:docMk/>
            <pc:sldMk cId="1467809080" sldId="268"/>
            <ac:graphicFrameMk id="4" creationId="{5FEADA24-364C-67D9-2996-5C1652B51AF2}"/>
          </ac:graphicFrameMkLst>
        </pc:graphicFrameChg>
        <pc:graphicFrameChg chg="add mod modGraphic">
          <ac:chgData name="Rai, Upama" userId="d8ca7f89-5e54-445b-9d24-0c0dc93119ec" providerId="ADAL" clId="{23F3D788-E39F-4307-9F13-A8E13E4C9956}" dt="2026-09-21T16:41:31.853" v="23" actId="26606"/>
          <ac:graphicFrameMkLst>
            <pc:docMk/>
            <pc:sldMk cId="1467809080" sldId="268"/>
            <ac:graphicFrameMk id="7" creationId="{BD3AE3A9-E534-FF2B-0558-3CEE9B6AA1B6}"/>
          </ac:graphicFrameMkLst>
        </pc:graphicFrameChg>
      </pc:sldChg>
      <pc:sldChg chg="add del">
        <pc:chgData name="Rai, Upama" userId="d8ca7f89-5e54-445b-9d24-0c0dc93119ec" providerId="ADAL" clId="{23F3D788-E39F-4307-9F13-A8E13E4C9956}" dt="2026-09-21T16:32:05.081" v="2" actId="47"/>
        <pc:sldMkLst>
          <pc:docMk/>
          <pc:sldMk cId="3486942844" sldId="268"/>
        </pc:sldMkLst>
      </pc:sldChg>
      <pc:sldChg chg="modSp new">
        <pc:chgData name="Rai, Upama" userId="d8ca7f89-5e54-445b-9d24-0c0dc93119ec" providerId="ADAL" clId="{23F3D788-E39F-4307-9F13-A8E13E4C9956}" dt="2026-09-21T16:41:38.639" v="25"/>
        <pc:sldMkLst>
          <pc:docMk/>
          <pc:sldMk cId="3561785868" sldId="269"/>
        </pc:sldMkLst>
        <pc:spChg chg="mod">
          <ac:chgData name="Rai, Upama" userId="d8ca7f89-5e54-445b-9d24-0c0dc93119ec" providerId="ADAL" clId="{23F3D788-E39F-4307-9F13-A8E13E4C9956}" dt="2026-09-21T16:41:38.639" v="25"/>
          <ac:spMkLst>
            <pc:docMk/>
            <pc:sldMk cId="3561785868" sldId="269"/>
            <ac:spMk id="3" creationId="{369CB077-3736-471C-8C4F-B7A4AF1274B1}"/>
          </ac:spMkLst>
        </pc:spChg>
      </pc:sldChg>
      <pc:sldChg chg="add del">
        <pc:chgData name="Rai, Upama" userId="d8ca7f89-5e54-445b-9d24-0c0dc93119ec" providerId="ADAL" clId="{23F3D788-E39F-4307-9F13-A8E13E4C9956}" dt="2026-09-21T16:32:05.081" v="2" actId="47"/>
        <pc:sldMkLst>
          <pc:docMk/>
          <pc:sldMk cId="3885772963" sldId="269"/>
        </pc:sldMkLst>
      </pc:sldChg>
      <pc:sldChg chg="add del">
        <pc:chgData name="Rai, Upama" userId="d8ca7f89-5e54-445b-9d24-0c0dc93119ec" providerId="ADAL" clId="{23F3D788-E39F-4307-9F13-A8E13E4C9956}" dt="2026-09-21T16:32:05.081" v="2" actId="47"/>
        <pc:sldMkLst>
          <pc:docMk/>
          <pc:sldMk cId="188703691" sldId="270"/>
        </pc:sldMkLst>
      </pc:sldChg>
      <pc:sldChg chg="modSp new mod">
        <pc:chgData name="Rai, Upama" userId="d8ca7f89-5e54-445b-9d24-0c0dc93119ec" providerId="ADAL" clId="{23F3D788-E39F-4307-9F13-A8E13E4C9956}" dt="2026-09-21T16:48:15.593" v="128" actId="1076"/>
        <pc:sldMkLst>
          <pc:docMk/>
          <pc:sldMk cId="1378698506" sldId="270"/>
        </pc:sldMkLst>
        <pc:spChg chg="mod">
          <ac:chgData name="Rai, Upama" userId="d8ca7f89-5e54-445b-9d24-0c0dc93119ec" providerId="ADAL" clId="{23F3D788-E39F-4307-9F13-A8E13E4C9956}" dt="2026-09-21T16:48:15.593" v="128" actId="1076"/>
          <ac:spMkLst>
            <pc:docMk/>
            <pc:sldMk cId="1378698506" sldId="270"/>
            <ac:spMk id="2" creationId="{587B43FD-AC2D-F131-060D-2CFAF22CE8BE}"/>
          </ac:spMkLst>
        </pc:spChg>
        <pc:spChg chg="mod">
          <ac:chgData name="Rai, Upama" userId="d8ca7f89-5e54-445b-9d24-0c0dc93119ec" providerId="ADAL" clId="{23F3D788-E39F-4307-9F13-A8E13E4C9956}" dt="2026-09-21T16:48:10.080" v="127" actId="1076"/>
          <ac:spMkLst>
            <pc:docMk/>
            <pc:sldMk cId="1378698506" sldId="270"/>
            <ac:spMk id="3" creationId="{75676C3C-B04D-0C1E-2339-673980F8C109}"/>
          </ac:spMkLst>
        </pc:spChg>
      </pc:sldChg>
      <pc:sldChg chg="modSp new mod">
        <pc:chgData name="Rai, Upama" userId="d8ca7f89-5e54-445b-9d24-0c0dc93119ec" providerId="ADAL" clId="{23F3D788-E39F-4307-9F13-A8E13E4C9956}" dt="2026-09-21T16:48:23.999" v="130" actId="1076"/>
        <pc:sldMkLst>
          <pc:docMk/>
          <pc:sldMk cId="349139446" sldId="271"/>
        </pc:sldMkLst>
        <pc:spChg chg="mod">
          <ac:chgData name="Rai, Upama" userId="d8ca7f89-5e54-445b-9d24-0c0dc93119ec" providerId="ADAL" clId="{23F3D788-E39F-4307-9F13-A8E13E4C9956}" dt="2026-09-21T16:48:21.473" v="129" actId="1076"/>
          <ac:spMkLst>
            <pc:docMk/>
            <pc:sldMk cId="349139446" sldId="271"/>
            <ac:spMk id="2" creationId="{FEECA405-129D-3483-CD3C-132E1161F1D6}"/>
          </ac:spMkLst>
        </pc:spChg>
        <pc:spChg chg="mod">
          <ac:chgData name="Rai, Upama" userId="d8ca7f89-5e54-445b-9d24-0c0dc93119ec" providerId="ADAL" clId="{23F3D788-E39F-4307-9F13-A8E13E4C9956}" dt="2026-09-21T16:48:23.999" v="130" actId="1076"/>
          <ac:spMkLst>
            <pc:docMk/>
            <pc:sldMk cId="349139446" sldId="271"/>
            <ac:spMk id="3" creationId="{E008833C-92C3-FB8B-FFBA-3BF7E8EB6255}"/>
          </ac:spMkLst>
        </pc:spChg>
      </pc:sldChg>
      <pc:sldChg chg="add del">
        <pc:chgData name="Rai, Upama" userId="d8ca7f89-5e54-445b-9d24-0c0dc93119ec" providerId="ADAL" clId="{23F3D788-E39F-4307-9F13-A8E13E4C9956}" dt="2026-09-21T16:32:05.081" v="2" actId="47"/>
        <pc:sldMkLst>
          <pc:docMk/>
          <pc:sldMk cId="639451344" sldId="271"/>
        </pc:sldMkLst>
      </pc:sldChg>
      <pc:sldChg chg="modSp new del mod">
        <pc:chgData name="Rai, Upama" userId="d8ca7f89-5e54-445b-9d24-0c0dc93119ec" providerId="ADAL" clId="{23F3D788-E39F-4307-9F13-A8E13E4C9956}" dt="2026-09-21T16:44:43.624" v="66" actId="47"/>
        <pc:sldMkLst>
          <pc:docMk/>
          <pc:sldMk cId="275655033" sldId="272"/>
        </pc:sldMkLst>
        <pc:spChg chg="mod">
          <ac:chgData name="Rai, Upama" userId="d8ca7f89-5e54-445b-9d24-0c0dc93119ec" providerId="ADAL" clId="{23F3D788-E39F-4307-9F13-A8E13E4C9956}" dt="2026-09-21T16:44:22.648" v="60" actId="27636"/>
          <ac:spMkLst>
            <pc:docMk/>
            <pc:sldMk cId="275655033" sldId="272"/>
            <ac:spMk id="3" creationId="{B0CB9A09-D45A-0CCC-DABB-8E81354174B8}"/>
          </ac:spMkLst>
        </pc:spChg>
      </pc:sldChg>
      <pc:sldChg chg="add del">
        <pc:chgData name="Rai, Upama" userId="d8ca7f89-5e54-445b-9d24-0c0dc93119ec" providerId="ADAL" clId="{23F3D788-E39F-4307-9F13-A8E13E4C9956}" dt="2026-09-21T16:32:05.081" v="2" actId="47"/>
        <pc:sldMkLst>
          <pc:docMk/>
          <pc:sldMk cId="307312587" sldId="272"/>
        </pc:sldMkLst>
      </pc:sldChg>
      <pc:sldChg chg="modSp new mod">
        <pc:chgData name="Rai, Upama" userId="d8ca7f89-5e54-445b-9d24-0c0dc93119ec" providerId="ADAL" clId="{23F3D788-E39F-4307-9F13-A8E13E4C9956}" dt="2026-09-21T16:48:28.560" v="131" actId="1076"/>
        <pc:sldMkLst>
          <pc:docMk/>
          <pc:sldMk cId="3584203685" sldId="272"/>
        </pc:sldMkLst>
        <pc:spChg chg="mod">
          <ac:chgData name="Rai, Upama" userId="d8ca7f89-5e54-445b-9d24-0c0dc93119ec" providerId="ADAL" clId="{23F3D788-E39F-4307-9F13-A8E13E4C9956}" dt="2026-09-21T16:46:16.480" v="102"/>
          <ac:spMkLst>
            <pc:docMk/>
            <pc:sldMk cId="3584203685" sldId="272"/>
            <ac:spMk id="2" creationId="{4D8D0130-152C-60DA-BDD8-C68597FACAA7}"/>
          </ac:spMkLst>
        </pc:spChg>
        <pc:spChg chg="mod">
          <ac:chgData name="Rai, Upama" userId="d8ca7f89-5e54-445b-9d24-0c0dc93119ec" providerId="ADAL" clId="{23F3D788-E39F-4307-9F13-A8E13E4C9956}" dt="2026-09-21T16:48:28.560" v="131" actId="1076"/>
          <ac:spMkLst>
            <pc:docMk/>
            <pc:sldMk cId="3584203685" sldId="272"/>
            <ac:spMk id="3" creationId="{127625AF-8527-7678-1A2E-F7FCBA3FD8B5}"/>
          </ac:spMkLst>
        </pc:spChg>
      </pc:sldChg>
      <pc:sldChg chg="add del">
        <pc:chgData name="Rai, Upama" userId="d8ca7f89-5e54-445b-9d24-0c0dc93119ec" providerId="ADAL" clId="{23F3D788-E39F-4307-9F13-A8E13E4C9956}" dt="2026-09-21T16:32:05.081" v="2" actId="47"/>
        <pc:sldMkLst>
          <pc:docMk/>
          <pc:sldMk cId="1312547514" sldId="273"/>
        </pc:sldMkLst>
      </pc:sldChg>
      <pc:sldChg chg="modSp new mod">
        <pc:chgData name="Rai, Upama" userId="d8ca7f89-5e54-445b-9d24-0c0dc93119ec" providerId="ADAL" clId="{23F3D788-E39F-4307-9F13-A8E13E4C9956}" dt="2026-09-21T16:48:58.578" v="148" actId="5793"/>
        <pc:sldMkLst>
          <pc:docMk/>
          <pc:sldMk cId="3613712151" sldId="273"/>
        </pc:sldMkLst>
        <pc:spChg chg="mod">
          <ac:chgData name="Rai, Upama" userId="d8ca7f89-5e54-445b-9d24-0c0dc93119ec" providerId="ADAL" clId="{23F3D788-E39F-4307-9F13-A8E13E4C9956}" dt="2026-09-21T16:47:43.690" v="122" actId="20577"/>
          <ac:spMkLst>
            <pc:docMk/>
            <pc:sldMk cId="3613712151" sldId="273"/>
            <ac:spMk id="2" creationId="{4D603FE5-1556-00D9-0C21-4999D73862FC}"/>
          </ac:spMkLst>
        </pc:spChg>
        <pc:spChg chg="mod">
          <ac:chgData name="Rai, Upama" userId="d8ca7f89-5e54-445b-9d24-0c0dc93119ec" providerId="ADAL" clId="{23F3D788-E39F-4307-9F13-A8E13E4C9956}" dt="2026-09-21T16:48:58.578" v="148" actId="5793"/>
          <ac:spMkLst>
            <pc:docMk/>
            <pc:sldMk cId="3613712151" sldId="273"/>
            <ac:spMk id="3" creationId="{F8347BB0-3FC3-9639-0A9D-0BF1A40F0887}"/>
          </ac:spMkLst>
        </pc:spChg>
      </pc:sldChg>
      <pc:sldChg chg="modSp new mod">
        <pc:chgData name="Rai, Upama" userId="d8ca7f89-5e54-445b-9d24-0c0dc93119ec" providerId="ADAL" clId="{23F3D788-E39F-4307-9F13-A8E13E4C9956}" dt="2026-09-21T16:51:20.722" v="173" actId="1076"/>
        <pc:sldMkLst>
          <pc:docMk/>
          <pc:sldMk cId="1339950539" sldId="274"/>
        </pc:sldMkLst>
        <pc:spChg chg="mod">
          <ac:chgData name="Rai, Upama" userId="d8ca7f89-5e54-445b-9d24-0c0dc93119ec" providerId="ADAL" clId="{23F3D788-E39F-4307-9F13-A8E13E4C9956}" dt="2026-09-21T16:50:11.612" v="160" actId="20577"/>
          <ac:spMkLst>
            <pc:docMk/>
            <pc:sldMk cId="1339950539" sldId="274"/>
            <ac:spMk id="2" creationId="{CB6713FB-9B9F-7F1E-CF7F-046204A84D8A}"/>
          </ac:spMkLst>
        </pc:spChg>
        <pc:spChg chg="mod">
          <ac:chgData name="Rai, Upama" userId="d8ca7f89-5e54-445b-9d24-0c0dc93119ec" providerId="ADAL" clId="{23F3D788-E39F-4307-9F13-A8E13E4C9956}" dt="2026-09-21T16:51:20.722" v="173" actId="1076"/>
          <ac:spMkLst>
            <pc:docMk/>
            <pc:sldMk cId="1339950539" sldId="274"/>
            <ac:spMk id="3" creationId="{326E215E-ADA6-1DE6-1D33-1257F841C641}"/>
          </ac:spMkLst>
        </pc:spChg>
      </pc:sldChg>
      <pc:sldChg chg="modSp new mod">
        <pc:chgData name="Rai, Upama" userId="d8ca7f89-5e54-445b-9d24-0c0dc93119ec" providerId="ADAL" clId="{23F3D788-E39F-4307-9F13-A8E13E4C9956}" dt="2026-09-21T16:51:24.720" v="174" actId="1076"/>
        <pc:sldMkLst>
          <pc:docMk/>
          <pc:sldMk cId="406397614" sldId="275"/>
        </pc:sldMkLst>
        <pc:spChg chg="mod">
          <ac:chgData name="Rai, Upama" userId="d8ca7f89-5e54-445b-9d24-0c0dc93119ec" providerId="ADAL" clId="{23F3D788-E39F-4307-9F13-A8E13E4C9956}" dt="2026-09-21T16:50:16.786" v="161"/>
          <ac:spMkLst>
            <pc:docMk/>
            <pc:sldMk cId="406397614" sldId="275"/>
            <ac:spMk id="2" creationId="{3B884873-E362-3A9F-6F73-23C3D540316D}"/>
          </ac:spMkLst>
        </pc:spChg>
        <pc:spChg chg="mod">
          <ac:chgData name="Rai, Upama" userId="d8ca7f89-5e54-445b-9d24-0c0dc93119ec" providerId="ADAL" clId="{23F3D788-E39F-4307-9F13-A8E13E4C9956}" dt="2026-09-21T16:51:24.720" v="174" actId="1076"/>
          <ac:spMkLst>
            <pc:docMk/>
            <pc:sldMk cId="406397614" sldId="275"/>
            <ac:spMk id="3" creationId="{0DB6D15E-AEFD-E10F-5DCD-042EF604DC58}"/>
          </ac:spMkLst>
        </pc:spChg>
      </pc:sldChg>
      <pc:sldChg chg="modSp new mod">
        <pc:chgData name="Rai, Upama" userId="d8ca7f89-5e54-445b-9d24-0c0dc93119ec" providerId="ADAL" clId="{23F3D788-E39F-4307-9F13-A8E13E4C9956}" dt="2026-09-21T16:55:05.999" v="238" actId="15"/>
        <pc:sldMkLst>
          <pc:docMk/>
          <pc:sldMk cId="1496305270" sldId="276"/>
        </pc:sldMkLst>
        <pc:spChg chg="mod">
          <ac:chgData name="Rai, Upama" userId="d8ca7f89-5e54-445b-9d24-0c0dc93119ec" providerId="ADAL" clId="{23F3D788-E39F-4307-9F13-A8E13E4C9956}" dt="2026-09-21T16:51:30.889" v="175"/>
          <ac:spMkLst>
            <pc:docMk/>
            <pc:sldMk cId="1496305270" sldId="276"/>
            <ac:spMk id="2" creationId="{075B7048-9460-8FE6-0720-E8555547B899}"/>
          </ac:spMkLst>
        </pc:spChg>
        <pc:spChg chg="mod">
          <ac:chgData name="Rai, Upama" userId="d8ca7f89-5e54-445b-9d24-0c0dc93119ec" providerId="ADAL" clId="{23F3D788-E39F-4307-9F13-A8E13E4C9956}" dt="2026-09-21T16:55:05.999" v="238" actId="15"/>
          <ac:spMkLst>
            <pc:docMk/>
            <pc:sldMk cId="1496305270" sldId="276"/>
            <ac:spMk id="3" creationId="{A6B00446-AF6A-B4C7-0056-219684499CD8}"/>
          </ac:spMkLst>
        </pc:spChg>
      </pc:sldChg>
      <pc:sldChg chg="modSp new mod">
        <pc:chgData name="Rai, Upama" userId="d8ca7f89-5e54-445b-9d24-0c0dc93119ec" providerId="ADAL" clId="{23F3D788-E39F-4307-9F13-A8E13E4C9956}" dt="2026-09-21T16:56:04.542" v="263" actId="20577"/>
        <pc:sldMkLst>
          <pc:docMk/>
          <pc:sldMk cId="3057230802" sldId="277"/>
        </pc:sldMkLst>
        <pc:spChg chg="mod">
          <ac:chgData name="Rai, Upama" userId="d8ca7f89-5e54-445b-9d24-0c0dc93119ec" providerId="ADAL" clId="{23F3D788-E39F-4307-9F13-A8E13E4C9956}" dt="2026-09-21T16:52:41.954" v="190"/>
          <ac:spMkLst>
            <pc:docMk/>
            <pc:sldMk cId="3057230802" sldId="277"/>
            <ac:spMk id="2" creationId="{09E45714-6D46-E35E-E355-D03BA400F99D}"/>
          </ac:spMkLst>
        </pc:spChg>
        <pc:spChg chg="mod">
          <ac:chgData name="Rai, Upama" userId="d8ca7f89-5e54-445b-9d24-0c0dc93119ec" providerId="ADAL" clId="{23F3D788-E39F-4307-9F13-A8E13E4C9956}" dt="2026-09-21T16:56:04.542" v="263" actId="20577"/>
          <ac:spMkLst>
            <pc:docMk/>
            <pc:sldMk cId="3057230802" sldId="277"/>
            <ac:spMk id="3" creationId="{8CF1E712-EBD9-5E2F-E5D3-BC47859EA677}"/>
          </ac:spMkLst>
        </pc:spChg>
      </pc:sldChg>
      <pc:sldChg chg="modSp new mod">
        <pc:chgData name="Rai, Upama" userId="d8ca7f89-5e54-445b-9d24-0c0dc93119ec" providerId="ADAL" clId="{23F3D788-E39F-4307-9F13-A8E13E4C9956}" dt="2026-09-21T16:56:28.086" v="273" actId="20577"/>
        <pc:sldMkLst>
          <pc:docMk/>
          <pc:sldMk cId="1903460507" sldId="278"/>
        </pc:sldMkLst>
        <pc:spChg chg="mod">
          <ac:chgData name="Rai, Upama" userId="d8ca7f89-5e54-445b-9d24-0c0dc93119ec" providerId="ADAL" clId="{23F3D788-E39F-4307-9F13-A8E13E4C9956}" dt="2026-09-21T16:53:11.066" v="201"/>
          <ac:spMkLst>
            <pc:docMk/>
            <pc:sldMk cId="1903460507" sldId="278"/>
            <ac:spMk id="2" creationId="{64E2C861-5FD5-939A-4135-FA6686E2F4D8}"/>
          </ac:spMkLst>
        </pc:spChg>
        <pc:spChg chg="mod">
          <ac:chgData name="Rai, Upama" userId="d8ca7f89-5e54-445b-9d24-0c0dc93119ec" providerId="ADAL" clId="{23F3D788-E39F-4307-9F13-A8E13E4C9956}" dt="2026-09-21T16:56:28.086" v="273" actId="20577"/>
          <ac:spMkLst>
            <pc:docMk/>
            <pc:sldMk cId="1903460507" sldId="278"/>
            <ac:spMk id="3" creationId="{4204076F-A857-9DFB-A7BF-8F7BFC17EF3B}"/>
          </ac:spMkLst>
        </pc:spChg>
      </pc:sldChg>
      <pc:sldChg chg="modSp new mod">
        <pc:chgData name="Rai, Upama" userId="d8ca7f89-5e54-445b-9d24-0c0dc93119ec" providerId="ADAL" clId="{23F3D788-E39F-4307-9F13-A8E13E4C9956}" dt="2026-09-21T16:58:29.113" v="284" actId="27636"/>
        <pc:sldMkLst>
          <pc:docMk/>
          <pc:sldMk cId="3571554245" sldId="279"/>
        </pc:sldMkLst>
        <pc:spChg chg="mod">
          <ac:chgData name="Rai, Upama" userId="d8ca7f89-5e54-445b-9d24-0c0dc93119ec" providerId="ADAL" clId="{23F3D788-E39F-4307-9F13-A8E13E4C9956}" dt="2026-09-21T16:58:29.113" v="284" actId="27636"/>
          <ac:spMkLst>
            <pc:docMk/>
            <pc:sldMk cId="3571554245" sldId="279"/>
            <ac:spMk id="3" creationId="{201B7EEB-A38A-B91A-ACE0-C7E3F0685351}"/>
          </ac:spMkLst>
        </pc:spChg>
      </pc:sldChg>
      <pc:sldChg chg="modSp new mod">
        <pc:chgData name="Rai, Upama" userId="d8ca7f89-5e54-445b-9d24-0c0dc93119ec" providerId="ADAL" clId="{23F3D788-E39F-4307-9F13-A8E13E4C9956}" dt="2026-09-21T16:58:43.446" v="287" actId="27636"/>
        <pc:sldMkLst>
          <pc:docMk/>
          <pc:sldMk cId="2352352807" sldId="280"/>
        </pc:sldMkLst>
        <pc:spChg chg="mod">
          <ac:chgData name="Rai, Upama" userId="d8ca7f89-5e54-445b-9d24-0c0dc93119ec" providerId="ADAL" clId="{23F3D788-E39F-4307-9F13-A8E13E4C9956}" dt="2026-09-21T16:58:43.446" v="287" actId="27636"/>
          <ac:spMkLst>
            <pc:docMk/>
            <pc:sldMk cId="2352352807" sldId="280"/>
            <ac:spMk id="3" creationId="{7A8145FF-53AB-9D76-5548-40E93583825F}"/>
          </ac:spMkLst>
        </pc:spChg>
      </pc:sldChg>
      <pc:sldChg chg="modSp new mod">
        <pc:chgData name="Rai, Upama" userId="d8ca7f89-5e54-445b-9d24-0c0dc93119ec" providerId="ADAL" clId="{23F3D788-E39F-4307-9F13-A8E13E4C9956}" dt="2026-09-21T17:01:51.884" v="338" actId="15"/>
        <pc:sldMkLst>
          <pc:docMk/>
          <pc:sldMk cId="4280812545" sldId="281"/>
        </pc:sldMkLst>
        <pc:spChg chg="mod">
          <ac:chgData name="Rai, Upama" userId="d8ca7f89-5e54-445b-9d24-0c0dc93119ec" providerId="ADAL" clId="{23F3D788-E39F-4307-9F13-A8E13E4C9956}" dt="2026-09-21T17:01:21.409" v="332"/>
          <ac:spMkLst>
            <pc:docMk/>
            <pc:sldMk cId="4280812545" sldId="281"/>
            <ac:spMk id="2" creationId="{1F015AB9-BEF2-C68B-94A0-B37E6CF178B9}"/>
          </ac:spMkLst>
        </pc:spChg>
        <pc:spChg chg="mod">
          <ac:chgData name="Rai, Upama" userId="d8ca7f89-5e54-445b-9d24-0c0dc93119ec" providerId="ADAL" clId="{23F3D788-E39F-4307-9F13-A8E13E4C9956}" dt="2026-09-21T17:01:51.884" v="338" actId="15"/>
          <ac:spMkLst>
            <pc:docMk/>
            <pc:sldMk cId="4280812545" sldId="281"/>
            <ac:spMk id="3" creationId="{7D8C5E67-2AB4-C036-88D6-987C4E3CC66E}"/>
          </ac:spMkLst>
        </pc:spChg>
      </pc:sldChg>
      <pc:sldChg chg="modSp new mod">
        <pc:chgData name="Rai, Upama" userId="d8ca7f89-5e54-445b-9d24-0c0dc93119ec" providerId="ADAL" clId="{23F3D788-E39F-4307-9F13-A8E13E4C9956}" dt="2026-09-21T17:03:04.630" v="340" actId="20577"/>
        <pc:sldMkLst>
          <pc:docMk/>
          <pc:sldMk cId="285386238" sldId="282"/>
        </pc:sldMkLst>
        <pc:spChg chg="mod">
          <ac:chgData name="Rai, Upama" userId="d8ca7f89-5e54-445b-9d24-0c0dc93119ec" providerId="ADAL" clId="{23F3D788-E39F-4307-9F13-A8E13E4C9956}" dt="2026-09-21T17:03:04.630" v="340" actId="20577"/>
          <ac:spMkLst>
            <pc:docMk/>
            <pc:sldMk cId="285386238" sldId="282"/>
            <ac:spMk id="2" creationId="{D3DB32C3-15F9-FF80-35D6-F6E219749800}"/>
          </ac:spMkLst>
        </pc:spChg>
        <pc:spChg chg="mod">
          <ac:chgData name="Rai, Upama" userId="d8ca7f89-5e54-445b-9d24-0c0dc93119ec" providerId="ADAL" clId="{23F3D788-E39F-4307-9F13-A8E13E4C9956}" dt="2026-09-21T17:00:21.560" v="319" actId="27636"/>
          <ac:spMkLst>
            <pc:docMk/>
            <pc:sldMk cId="285386238" sldId="282"/>
            <ac:spMk id="3" creationId="{7CABB2B0-833D-8459-BC89-18148D53A3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1C16-FA17-6626-5ECA-E281F483F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D8F8B-E826-8768-65CC-2E2DCBD3C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D1EB5-7ACA-9B43-8595-81D087A5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49A45-1ADE-366A-819E-28A523AD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DA35D-074A-ECBB-D3CD-4263B74E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6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069B-BF90-1080-3D52-A02C56C8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DF54-B0F8-7989-6F85-1D6107F6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65C1E-8CA2-6547-92CF-5E120AA8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041A8-2A35-2BE1-AE1B-1958C0DD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8DA2-E5E2-4F65-131B-2519BA08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1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0AE5-251D-B24A-E120-B3038857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ED890-EEEA-F487-F33D-5D6B4523E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BD7EC-5477-FB4E-CDEE-6BE79453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94FE-C8AC-C271-F16D-E611CA84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E2661-9BD2-C7E7-B638-977D4267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8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9803-2423-D118-7174-588F311A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6AEAE-63C9-F6B7-3AA3-8B258ACED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B0F8F-93D2-76C7-0C6D-228E88E3E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A9CD5-2C98-F5E0-CBFC-C703C295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89EBC-ED35-5E8B-17B9-A6F5C257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BFDD8-C004-7967-27C7-CC2CF578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4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FDBB-721F-BCD7-178B-5F6882AF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4B3BF-A2CC-B970-38E2-BA889FF11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46B7-F784-0D27-4E2B-B66CB7065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BA934-54B3-F709-1A18-158EFE12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1DE44-E967-7C1B-2024-0F0A746E5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E8D5B-2FAB-7E71-BF7E-86631DED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478CD-4583-73BB-00CA-8ED593D9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C222D-350E-CCFD-19F9-471321E2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6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F394-29FE-8031-501C-3B3222D3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27D9C-C398-4D1C-9065-20E661E9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31421-B8A9-8C3C-F205-7BE79B53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058B2-FB50-C151-2BFA-FB8B385E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2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7A2A2F-4C7C-2610-4F7D-B28BA50C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FBE89-806A-22AF-AFAE-15E26B0F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74A46-A5A9-0176-1F08-E0F42138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3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F0A3-1EDF-290C-9180-7C86D879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7F6B-793F-6D8E-CAC4-DD72F27C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1559B-8B81-290F-7ABD-5868FF3CC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6EE8A-D64D-7D06-0464-ED8ED866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7A1F4-258C-B914-BBFE-A3B6A6B7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93299-E8AD-40EB-9D48-BEEB638A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4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D812-17FA-E8E5-9B72-45EEE5F5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01A14-F432-0A5A-AB04-8DFD7CAC4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7041A-018A-0D54-1C89-D62310CB2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025A7-340B-F5FC-EEBE-04ACBC06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1A002-D0D2-3A0E-9BBF-981ED39B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AC9E5-7B6F-CA50-FF0B-FF4616C0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8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87E5-AF27-B0CF-59EF-4178D087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A60E6-5F1F-A716-234D-B5C216B7B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FC89F-8676-0391-8164-294613DE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BBE5B-042A-041A-821D-BC0ED2EA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4C1EE-79F9-0FA0-89E6-FADA2D76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7143C-5948-AD33-DD75-10E08B018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C83C7-D21C-C69F-221A-FCA37D1B6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A975-3763-EF44-ABCA-696118C2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3E6DD-38F7-5C88-C671-836B3B89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4E01-AD8C-015D-D9A3-F91151152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4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E2BA4-0923-2815-6558-9EB5962F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DACFE-394A-3D38-C386-7C077A7E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5380-1874-43C2-8752-FAC7607FB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240CE-F695-4D0D-8F92-6FACF00C2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3F93E-7842-25AA-D45B-A3DB94897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EC7C-8AF1-74C5-4021-2CEC306D1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8D002-2CE3-4DE0-8D91-32C0B8867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9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EF4D-7134-925D-472E-32C1DA69CE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CIS092-1 Fundamentals of Study and Employability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1BB6E-860B-52A7-1117-8C38F50B26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Academic Integrity, AUP and Code of Conduct</a:t>
            </a:r>
          </a:p>
        </p:txBody>
      </p:sp>
    </p:spTree>
    <p:extLst>
      <p:ext uri="{BB962C8B-B14F-4D97-AF65-F5344CB8AC3E}">
        <p14:creationId xmlns:p14="http://schemas.microsoft.com/office/powerpoint/2010/main" val="17912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71FC-7838-7B4C-4723-6A861677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071E4-10C8-90FD-E367-6535A7F57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Would it be fair if someone received the same grade as you without doing the work?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D8C84A-AFDE-3D9E-27C0-531A23E88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9335"/>
              </p:ext>
            </p:extLst>
          </p:nvPr>
        </p:nvGraphicFramePr>
        <p:xfrm>
          <a:off x="908858" y="3054682"/>
          <a:ext cx="10515600" cy="11582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076297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How would you feel if someone copied your work and received the same grade?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Why do universities have rules about plagiarism and collusion?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could happen if employers discovered that qualifications were earned dishonestly?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4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5928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18BE-6C2A-C019-A22C-7DC685D4B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Day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29F829-A678-6355-3DD2-E7A48FB14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802430"/>
              </p:ext>
            </p:extLst>
          </p:nvPr>
        </p:nvGraphicFramePr>
        <p:xfrm>
          <a:off x="717665" y="1331177"/>
          <a:ext cx="10515600" cy="27127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00579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Last Session We Discussed: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University expectations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Independent learning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Student responsibilities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Attendance and engagement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Academic goals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Portfolio requirements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8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Quick Discussion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Which responsibility do you think is most important for academic success?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34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44947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67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4F18-36BF-2658-3CB4-74F3122B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Learning Outcomes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107630-2A3D-3D79-398A-CE23B0DD4A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009840"/>
              </p:ext>
            </p:extLst>
          </p:nvPr>
        </p:nvGraphicFramePr>
        <p:xfrm>
          <a:off x="796636" y="1447800"/>
          <a:ext cx="10515600" cy="2377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950276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By the end of this session, students should be able to: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 academic integrity.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Identify plagiarism, collusion and contract cheating.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 responsible AI use.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Understand AUP and Code of Conduct.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Demonstrate responsible digital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Apply rules to realistic student scenarios.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Complete a Responsible Student Reflection.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508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3462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0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B47D-0525-E5D5-840D-C8792F74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Academic Integrity?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83D-F672-D768-D9CC-168E0CC79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/>
          <a:lstStyle/>
          <a:p>
            <a:r>
              <a:rPr lang="en-US" dirty="0"/>
              <a:t>Academic Integrity Means:</a:t>
            </a:r>
          </a:p>
          <a:p>
            <a:r>
              <a:rPr lang="en-US" dirty="0"/>
              <a:t>Honesty</a:t>
            </a:r>
          </a:p>
          <a:p>
            <a:r>
              <a:rPr lang="en-US" dirty="0"/>
              <a:t>Fairness</a:t>
            </a:r>
          </a:p>
          <a:p>
            <a:r>
              <a:rPr lang="en-US" dirty="0"/>
              <a:t>Responsibility</a:t>
            </a:r>
          </a:p>
          <a:p>
            <a:r>
              <a:rPr lang="en-US" dirty="0"/>
              <a:t>Trust</a:t>
            </a:r>
          </a:p>
          <a:p>
            <a:r>
              <a:rPr lang="en-US" dirty="0"/>
              <a:t>Producing your own work</a:t>
            </a:r>
          </a:p>
          <a:p>
            <a:r>
              <a:rPr lang="en-US" dirty="0"/>
              <a:t>Acknowledging other people's ideas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95C647-0DCD-CD1C-77D2-F27D276EC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167774"/>
              </p:ext>
            </p:extLst>
          </p:nvPr>
        </p:nvGraphicFramePr>
        <p:xfrm>
          <a:off x="763385" y="5260975"/>
          <a:ext cx="10515600" cy="66103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30987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Doing academic work honestly and taking responsibility for it.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02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Why should employers and universities trust your qualifications?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177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93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1D9D-7E06-7D84-7D43-474E1950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05311-FF9C-66FD-3C7D-047518075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4633"/>
            <a:ext cx="10515600" cy="4351338"/>
          </a:xfrm>
        </p:spPr>
        <p:txBody>
          <a:bodyPr/>
          <a:lstStyle/>
          <a:p>
            <a:r>
              <a:rPr lang="en-US" dirty="0"/>
              <a:t>Presenting another person's work or ideas as your own.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F4246F-5D17-8960-5815-3D893F1DB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4425"/>
              </p:ext>
            </p:extLst>
          </p:nvPr>
        </p:nvGraphicFramePr>
        <p:xfrm>
          <a:off x="896389" y="2303318"/>
          <a:ext cx="10515600" cy="16764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44271433"/>
                    </a:ext>
                  </a:extLst>
                </a:gridCol>
              </a:tblGrid>
              <a:tr h="71534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Copying from a website without referencing.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Copying another student’s work.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Using AI-generated content as your own.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Using images or information without acknowledgement.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67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Accidentally copying work can still be plagiarism.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31273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13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FB46-2327-03EA-77B4-22B4CB06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Collusion and Contract Cheating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178B-0CCC-9F87-B3FD-98300A503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3"/>
            <a:ext cx="10515600" cy="4351338"/>
          </a:xfrm>
        </p:spPr>
        <p:txBody>
          <a:bodyPr/>
          <a:lstStyle/>
          <a:p>
            <a:r>
              <a:rPr lang="en-US" dirty="0" err="1"/>
              <a:t>Unauthorised</a:t>
            </a:r>
            <a:r>
              <a:rPr lang="en-US" dirty="0"/>
              <a:t> cooperation between students.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44CB97-97B7-B61D-3021-A8C0243A3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44412"/>
              </p:ext>
            </p:extLst>
          </p:nvPr>
        </p:nvGraphicFramePr>
        <p:xfrm>
          <a:off x="883921" y="2126774"/>
          <a:ext cx="10515600" cy="38404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94092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Sharing completed assignments.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Writing work for another student.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Submitting nearly identical answers.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Contract Cheating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Someone else completes your work.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Paying somebody to write an assignment.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Buying work online.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Asking another person to complete an assessment.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Discussion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is the difference between helping and cheating?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56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6471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81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08BD-5066-CA09-8AA8-8BC8B49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Use of AI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A8AA5F-175C-63E4-8347-14B9B146E2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265057"/>
              </p:ext>
            </p:extLst>
          </p:nvPr>
        </p:nvGraphicFramePr>
        <p:xfrm>
          <a:off x="734290" y="1525833"/>
          <a:ext cx="10515600" cy="32308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768353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AI can support learning by: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Explaining ideas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Generating practice questions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Improving grammar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Assisting with revision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39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Students Must: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Follow assessment rules.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Check facts.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Verify information.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Acknowledge AI use if required.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Take responsibility for submitted work.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538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AI should support learning, not replace learning.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985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79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7EBC-EB0B-15EB-3AA0-B5FA057D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520A1-AE79-91B4-0AA7-9925AC9B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338"/>
            <a:ext cx="10515600" cy="4351338"/>
          </a:xfrm>
        </p:spPr>
        <p:txBody>
          <a:bodyPr/>
          <a:lstStyle/>
          <a:p>
            <a:r>
              <a:rPr lang="en-US" dirty="0"/>
              <a:t>Acceptable Use Policy (AUP)</a:t>
            </a:r>
          </a:p>
          <a:p>
            <a:pPr lvl="1"/>
            <a:r>
              <a:rPr lang="en-US" dirty="0"/>
              <a:t>Rules for responsible use of college technology.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733F6F-9C20-024A-4B82-2ADFDAEE4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77353"/>
              </p:ext>
            </p:extLst>
          </p:nvPr>
        </p:nvGraphicFramePr>
        <p:xfrm>
          <a:off x="838200" y="2571505"/>
          <a:ext cx="10515600" cy="35966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985886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Covers: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Student accounts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Email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Wi-Fi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Computers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Learning platforms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Online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Purpose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Keep systems secure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Protect users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Protect information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Prevent misuse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1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13943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23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87F0-5681-6B46-E53C-11AA7523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Digital </a:t>
            </a:r>
            <a:r>
              <a:rPr lang="en-US" dirty="0" err="1"/>
              <a:t>Behaviour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97C5E6-8C07-144C-2777-B4D11E5E8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093864"/>
              </p:ext>
            </p:extLst>
          </p:nvPr>
        </p:nvGraphicFramePr>
        <p:xfrm>
          <a:off x="838200" y="1493275"/>
          <a:ext cx="10515600" cy="2164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28886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Students should: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Keep passwords secure.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Respect privacy.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Communicate respectfully.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Protect personal information.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Follow online safety practices.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Think before posting online.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31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Your digital actions have consequences.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3354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20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213E-AFE3-1431-FA5C-24B93025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5E3E4-79EB-6129-E996-CDD049305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182"/>
            <a:ext cx="10515600" cy="4351338"/>
          </a:xfrm>
        </p:spPr>
        <p:txBody>
          <a:bodyPr/>
          <a:lstStyle/>
          <a:p>
            <a:r>
              <a:rPr lang="en-US" dirty="0"/>
              <a:t>A Code of Conduct explains expected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16B45-1A67-5EE9-64AB-B430CE2D0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13484"/>
              </p:ext>
            </p:extLst>
          </p:nvPr>
        </p:nvGraphicFramePr>
        <p:xfrm>
          <a:off x="838200" y="2449238"/>
          <a:ext cx="10515600" cy="2164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39055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Expected </a:t>
                      </a:r>
                      <a:r>
                        <a:rPr lang="en-US" sz="1600" b="1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endParaRPr lang="en-US" sz="1600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Respect others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Be honest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Communicate professionally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Treat everyone fairly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Contribute to learning activities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Take responsibility for actions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45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What </a:t>
                      </a:r>
                      <a:r>
                        <a:rPr lang="en-US" dirty="0" err="1"/>
                        <a:t>behaviours</a:t>
                      </a:r>
                      <a:r>
                        <a:rPr lang="en-US" dirty="0"/>
                        <a:t> would you expect from a responsible university student?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7207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174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E1D2-2C68-2CBF-7D2D-ACF9EB2E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Regulations and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90C304-1B8F-4B27-A0CC-FD8FFC416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085478"/>
              </p:ext>
            </p:extLst>
          </p:nvPr>
        </p:nvGraphicFramePr>
        <p:xfrm>
          <a:off x="800793" y="1542805"/>
          <a:ext cx="10515600" cy="37185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40104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Regulations Explain: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Assessment rules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Submission procedures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Attendance expectations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Deadlines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Academic misconduct procedures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78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Support Available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Lecturers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Tutors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Library services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Student services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IT support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133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58679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76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D3AE3A9-E534-FF2B-0558-3CEE9B6AA1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871671"/>
              </p:ext>
            </p:extLst>
          </p:nvPr>
        </p:nvGraphicFramePr>
        <p:xfrm>
          <a:off x="643467" y="1261732"/>
          <a:ext cx="10905067" cy="433454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2713873">
                  <a:extLst>
                    <a:ext uri="{9D8B030D-6E8A-4147-A177-3AD203B41FA5}">
                      <a16:colId xmlns:a16="http://schemas.microsoft.com/office/drawing/2014/main" val="2946747268"/>
                    </a:ext>
                  </a:extLst>
                </a:gridCol>
                <a:gridCol w="2804307">
                  <a:extLst>
                    <a:ext uri="{9D8B030D-6E8A-4147-A177-3AD203B41FA5}">
                      <a16:colId xmlns:a16="http://schemas.microsoft.com/office/drawing/2014/main" val="1802796282"/>
                    </a:ext>
                  </a:extLst>
                </a:gridCol>
                <a:gridCol w="2651279">
                  <a:extLst>
                    <a:ext uri="{9D8B030D-6E8A-4147-A177-3AD203B41FA5}">
                      <a16:colId xmlns:a16="http://schemas.microsoft.com/office/drawing/2014/main" val="968472116"/>
                    </a:ext>
                  </a:extLst>
                </a:gridCol>
                <a:gridCol w="2735608">
                  <a:extLst>
                    <a:ext uri="{9D8B030D-6E8A-4147-A177-3AD203B41FA5}">
                      <a16:colId xmlns:a16="http://schemas.microsoft.com/office/drawing/2014/main" val="3714276898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The question it answers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Main focus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Typical keywords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39090"/>
                  </a:ext>
                </a:extLst>
              </a:tr>
              <a:tr h="79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AUP – Acceptable Use Policy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“How may I use university IT/digital resources?”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Computers, internet, email, Wi-Fi, systems, accounts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IT, network, password, email, software, internet, devices, unauthorised access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440570"/>
                  </a:ext>
                </a:extLst>
              </a:tr>
              <a:tr h="79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Code of Conduct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“How should I behave?”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Behaviour and relationships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respect, harassment, bullying, discrimination, behaviour, professionalism, misconduct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183404"/>
                  </a:ext>
                </a:extLst>
              </a:tr>
              <a:tr h="79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Academic Rules &amp; Regulations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“What are the formal rules for studying/assessment?”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Academic procedures and requirements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attendance, submission, deadlines, exams, progression, grades, appeals, reassessment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893025"/>
                  </a:ext>
                </a:extLst>
              </a:tr>
              <a:tr h="79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Academic Integrity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“Is my academic work genuinely my own and honestly produced?”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Honesty in academic work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plagiarism, collusion, cheating, fabrication, referencing, contract cheating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315480"/>
                  </a:ext>
                </a:extLst>
              </a:tr>
              <a:tr h="79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Expectations / Why are you here?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“What is expected of me as a student, and what am I trying to achieve?”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Student responsibility, engagement and purpose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independent learning, participation, motivation, employability, responsibility, goals</a:t>
                      </a:r>
                    </a:p>
                  </a:txBody>
                  <a:tcPr marL="51231" marR="51231" marT="32506" marB="1024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548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809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21A1-A955-83AD-270A-FA07EDA2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CB077-3736-471C-8C4F-B7A4AF127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One-line memory trick</a:t>
            </a:r>
          </a:p>
          <a:p>
            <a:r>
              <a:rPr lang="en-US" b="1" dirty="0"/>
              <a:t>AUP = Technology</a:t>
            </a:r>
            <a:br>
              <a:rPr lang="en-US" dirty="0"/>
            </a:br>
            <a:r>
              <a:rPr lang="en-US" b="1" dirty="0"/>
              <a:t>Code of Conduct = </a:t>
            </a:r>
            <a:r>
              <a:rPr lang="en-US" b="1" dirty="0" err="1"/>
              <a:t>Behaviour</a:t>
            </a:r>
            <a:br>
              <a:rPr lang="en-US" dirty="0"/>
            </a:br>
            <a:r>
              <a:rPr lang="en-US" b="1" dirty="0"/>
              <a:t>Academic Rules = University procedures</a:t>
            </a:r>
            <a:br>
              <a:rPr lang="en-US" dirty="0"/>
            </a:br>
            <a:r>
              <a:rPr lang="en-US" b="1" dirty="0"/>
              <a:t>Academic Integrity = Academic honesty</a:t>
            </a:r>
            <a:br>
              <a:rPr lang="en-US" dirty="0"/>
            </a:br>
            <a:r>
              <a:rPr lang="en-US" b="1" dirty="0"/>
              <a:t>Expectations = Your role/purpose as a student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8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43FD-AC2D-F131-060D-2CFAF22CE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30" y="243205"/>
            <a:ext cx="10515600" cy="1325563"/>
          </a:xfrm>
        </p:spPr>
        <p:txBody>
          <a:bodyPr/>
          <a:lstStyle/>
          <a:p>
            <a:r>
              <a:rPr lang="en-US" b="1" dirty="0"/>
              <a:t>AUP — Acceptable Use Policy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6C3C-B04D-0C1E-2339-673980F8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/>
              <a:t>An </a:t>
            </a:r>
            <a:r>
              <a:rPr lang="en-US" sz="1400" b="1" dirty="0"/>
              <a:t>AUP controls acceptable use of university technology and digital resources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dirty="0"/>
              <a:t>Imagine the question:</a:t>
            </a:r>
          </a:p>
          <a:p>
            <a:pPr>
              <a:buNone/>
            </a:pPr>
            <a:r>
              <a:rPr lang="en-US" sz="1400" dirty="0"/>
              <a:t>“What am I allowed or not allowed to do using the university's computers, network, email, systems or internet?”</a:t>
            </a:r>
          </a:p>
          <a:p>
            <a:r>
              <a:rPr lang="en-US" sz="1400" b="1" dirty="0"/>
              <a:t>Typical AUP situations</a:t>
            </a:r>
          </a:p>
          <a:p>
            <a:pPr lvl="0"/>
            <a:r>
              <a:rPr lang="en-US" sz="1400" dirty="0"/>
              <a:t>Using university Wi-Fi </a:t>
            </a:r>
          </a:p>
          <a:p>
            <a:pPr lvl="0"/>
            <a:r>
              <a:rPr lang="en-US" sz="1400" dirty="0"/>
              <a:t>University email </a:t>
            </a:r>
          </a:p>
          <a:p>
            <a:pPr lvl="0"/>
            <a:r>
              <a:rPr lang="en-US" sz="1400" dirty="0"/>
              <a:t>University computers </a:t>
            </a:r>
          </a:p>
          <a:p>
            <a:pPr lvl="0"/>
            <a:r>
              <a:rPr lang="en-US" sz="1400" dirty="0"/>
              <a:t>University online systems </a:t>
            </a:r>
          </a:p>
          <a:p>
            <a:pPr lvl="0"/>
            <a:r>
              <a:rPr lang="en-US" sz="1400" dirty="0"/>
              <a:t>Password/account security </a:t>
            </a:r>
          </a:p>
          <a:p>
            <a:pPr lvl="0"/>
            <a:r>
              <a:rPr lang="en-US" sz="1400" dirty="0"/>
              <a:t>Downloading software </a:t>
            </a:r>
          </a:p>
          <a:p>
            <a:pPr lvl="0"/>
            <a:r>
              <a:rPr lang="en-US" sz="1400" dirty="0"/>
              <a:t>Accessing restricted systems </a:t>
            </a:r>
          </a:p>
          <a:p>
            <a:pPr lvl="0"/>
            <a:r>
              <a:rPr lang="en-US" sz="1400" dirty="0" err="1"/>
              <a:t>Unauthorised</a:t>
            </a:r>
            <a:r>
              <a:rPr lang="en-US" sz="1400" dirty="0"/>
              <a:t> access </a:t>
            </a:r>
          </a:p>
          <a:p>
            <a:pPr lvl="0"/>
            <a:r>
              <a:rPr lang="en-US" sz="1400" dirty="0"/>
              <a:t>Cybersecurity </a:t>
            </a:r>
          </a:p>
          <a:p>
            <a:pPr lvl="0"/>
            <a:r>
              <a:rPr lang="en-US" sz="1400" dirty="0"/>
              <a:t>Misusing network resources </a:t>
            </a:r>
          </a:p>
          <a:p>
            <a:pPr lvl="0"/>
            <a:r>
              <a:rPr lang="en-US" sz="1400" dirty="0"/>
              <a:t>Sending inappropriate material through university systems </a:t>
            </a:r>
          </a:p>
          <a:p>
            <a:pPr lvl="0"/>
            <a:r>
              <a:rPr lang="en-US" sz="1400" dirty="0"/>
              <a:t>Sharing your university account/password</a:t>
            </a:r>
          </a:p>
          <a:p>
            <a:endParaRPr lang="en-US" sz="1400" dirty="0"/>
          </a:p>
          <a:p>
            <a:pPr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8698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A405-129D-3483-CD3C-132E1161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5"/>
            <a:ext cx="10515600" cy="1325563"/>
          </a:xfrm>
        </p:spPr>
        <p:txBody>
          <a:bodyPr/>
          <a:lstStyle/>
          <a:p>
            <a:r>
              <a:rPr lang="en-US" b="1" dirty="0"/>
              <a:t>AUP — Acceptable Use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833C-92C3-FB8B-FFBA-3BF7E8EB6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90" y="16732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Example MCQ</a:t>
            </a:r>
          </a:p>
          <a:p>
            <a:r>
              <a:rPr lang="en-US" dirty="0"/>
              <a:t>A student gives their university login details to another person so that person can access the university's online system. Which policy is most directly relevant?</a:t>
            </a:r>
          </a:p>
          <a:p>
            <a:r>
              <a:rPr lang="en-US" b="1" dirty="0"/>
              <a:t>Answer: AUP</a:t>
            </a:r>
          </a:p>
          <a:p>
            <a:pPr marL="0" indent="0">
              <a:buNone/>
            </a:pPr>
            <a:endParaRPr lang="en-US" sz="700" dirty="0"/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Because the central issue is </a:t>
            </a:r>
            <a:r>
              <a:rPr lang="en-US" b="1" dirty="0"/>
              <a:t>use of an institutional IT system/account</a:t>
            </a:r>
            <a:r>
              <a:rPr lang="en-US" dirty="0"/>
              <a:t>.</a:t>
            </a:r>
          </a:p>
          <a:p>
            <a:r>
              <a:rPr lang="en-US" b="1" dirty="0"/>
              <a:t>AUP keywords</a:t>
            </a:r>
          </a:p>
          <a:p>
            <a:r>
              <a:rPr lang="en-US" dirty="0"/>
              <a:t>If you see:</a:t>
            </a:r>
          </a:p>
          <a:p>
            <a:pPr lvl="1"/>
            <a:r>
              <a:rPr lang="en-US" b="1" dirty="0"/>
              <a:t>computer / network / Wi-Fi / email / password / account / IT / software / online system / internet / </a:t>
            </a:r>
            <a:r>
              <a:rPr lang="en-US" b="1" dirty="0" err="1"/>
              <a:t>unauthorised</a:t>
            </a:r>
            <a:r>
              <a:rPr lang="en-US" b="1" dirty="0"/>
              <a:t> access</a:t>
            </a:r>
            <a:endParaRPr lang="en-US" dirty="0"/>
          </a:p>
          <a:p>
            <a:r>
              <a:rPr lang="en-US" dirty="0"/>
              <a:t>Think: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AUP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9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0130-152C-60DA-BDD8-C68597FA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Code of Conduct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625AF-8527-7678-1A2E-F7FCBA3F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445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Code of Conduct deals with expected </a:t>
            </a:r>
            <a:r>
              <a:rPr lang="en-US" b="1" dirty="0" err="1"/>
              <a:t>behaviour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is broader than academic work.</a:t>
            </a:r>
          </a:p>
          <a:p>
            <a:r>
              <a:rPr lang="en-US" dirty="0"/>
              <a:t>Think:</a:t>
            </a:r>
          </a:p>
          <a:p>
            <a:pPr marL="0" indent="0">
              <a:buNone/>
            </a:pPr>
            <a:r>
              <a:rPr lang="en-US" dirty="0"/>
              <a:t>“How should members of the university community treat and behave towards one another?”</a:t>
            </a:r>
          </a:p>
          <a:p>
            <a:r>
              <a:rPr lang="en-US" b="1" dirty="0"/>
              <a:t>Typical areas</a:t>
            </a:r>
          </a:p>
          <a:p>
            <a:pPr lvl="1"/>
            <a:r>
              <a:rPr lang="en-US" dirty="0"/>
              <a:t>Respect </a:t>
            </a:r>
          </a:p>
          <a:p>
            <a:pPr lvl="1"/>
            <a:r>
              <a:rPr lang="en-US" dirty="0"/>
              <a:t>Professional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Bullying </a:t>
            </a:r>
          </a:p>
          <a:p>
            <a:pPr lvl="1"/>
            <a:r>
              <a:rPr lang="en-US" dirty="0"/>
              <a:t>Harassment </a:t>
            </a:r>
          </a:p>
          <a:p>
            <a:pPr lvl="1"/>
            <a:r>
              <a:rPr lang="en-US" dirty="0"/>
              <a:t>Discrimination </a:t>
            </a:r>
          </a:p>
          <a:p>
            <a:pPr lvl="1"/>
            <a:r>
              <a:rPr lang="en-US" dirty="0"/>
              <a:t>Threatening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Offensive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Relationships with staff/students </a:t>
            </a:r>
          </a:p>
          <a:p>
            <a:pPr lvl="1"/>
            <a:r>
              <a:rPr lang="en-US" dirty="0" err="1"/>
              <a:t>Behaviour</a:t>
            </a:r>
            <a:r>
              <a:rPr lang="en-US" dirty="0"/>
              <a:t> on campus </a:t>
            </a:r>
          </a:p>
          <a:p>
            <a:pPr lvl="1"/>
            <a:r>
              <a:rPr lang="en-US" dirty="0" err="1"/>
              <a:t>Behaviour</a:t>
            </a:r>
            <a:r>
              <a:rPr lang="en-US" dirty="0"/>
              <a:t> at university events </a:t>
            </a:r>
          </a:p>
          <a:p>
            <a:pPr lvl="1"/>
            <a:r>
              <a:rPr lang="en-US" dirty="0"/>
              <a:t>Appropriate communication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03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3FE5-1556-00D9-0C21-4999D738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Code of Conduct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7BB0-3FC3-9639-0A9D-0BF1A40F0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1600835"/>
            <a:ext cx="10515600" cy="435133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A student repeatedly makes insulting comments towards another student during group activities.</a:t>
            </a:r>
          </a:p>
          <a:p>
            <a:r>
              <a:rPr lang="en-US" dirty="0"/>
              <a:t>Most directly:</a:t>
            </a:r>
          </a:p>
          <a:p>
            <a:r>
              <a:rPr lang="en-US" b="1" dirty="0"/>
              <a:t>Code of Conduct</a:t>
            </a:r>
            <a:endParaRPr lang="en-US" dirty="0"/>
          </a:p>
          <a:p>
            <a:r>
              <a:rPr lang="en-US" dirty="0"/>
              <a:t>Because the central issue is </a:t>
            </a:r>
            <a:r>
              <a:rPr lang="en-US" b="1" dirty="0"/>
              <a:t>interpersonal </a:t>
            </a:r>
            <a:r>
              <a:rPr lang="en-US" b="1" dirty="0" err="1"/>
              <a:t>behaviour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Important trap</a:t>
            </a:r>
          </a:p>
          <a:p>
            <a:r>
              <a:rPr lang="en-US" dirty="0"/>
              <a:t>Don't automatically choose </a:t>
            </a:r>
            <a:r>
              <a:rPr lang="en-US" b="1" dirty="0"/>
              <a:t>Academic Integrity</a:t>
            </a:r>
            <a:r>
              <a:rPr lang="en-US" dirty="0"/>
              <a:t> just because it involves students.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A student verbally abuses another student.</a:t>
            </a:r>
          </a:p>
          <a:p>
            <a:r>
              <a:rPr lang="en-US" dirty="0"/>
              <a:t>That's </a:t>
            </a:r>
            <a:r>
              <a:rPr lang="en-US" b="1" dirty="0"/>
              <a:t>not academic integrity</a:t>
            </a:r>
            <a:r>
              <a:rPr lang="en-US" dirty="0"/>
              <a:t>.</a:t>
            </a:r>
          </a:p>
          <a:p>
            <a:r>
              <a:rPr lang="en-US" dirty="0"/>
              <a:t>It's primarily </a:t>
            </a:r>
            <a:r>
              <a:rPr lang="en-US" b="1" dirty="0"/>
              <a:t>conduct/</a:t>
            </a:r>
            <a:r>
              <a:rPr lang="en-US" b="1" dirty="0" err="1"/>
              <a:t>behaviour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Code of Conduct keywords</a:t>
            </a:r>
          </a:p>
          <a:p>
            <a:r>
              <a:rPr lang="en-US" b="1" dirty="0"/>
              <a:t>respect / </a:t>
            </a:r>
            <a:r>
              <a:rPr lang="en-US" b="1" dirty="0" err="1"/>
              <a:t>behaviour</a:t>
            </a:r>
            <a:r>
              <a:rPr lang="en-US" b="1" dirty="0"/>
              <a:t> / harassment / bullying / discrimination / threatening / offensive / inappropriate </a:t>
            </a:r>
            <a:r>
              <a:rPr lang="en-US" b="1" dirty="0" err="1"/>
              <a:t>behaviour</a:t>
            </a:r>
            <a:r>
              <a:rPr lang="en-US" b="1" dirty="0"/>
              <a:t> / community / professionalism</a:t>
            </a:r>
            <a:endParaRPr lang="en-US" dirty="0"/>
          </a:p>
          <a:p>
            <a:r>
              <a:rPr lang="en-US" dirty="0"/>
              <a:t>Think:</a:t>
            </a:r>
          </a:p>
          <a:p>
            <a:r>
              <a:rPr lang="en-US" b="1" dirty="0"/>
              <a:t>CODE OF CONDUCT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712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13FB-9B9F-7F1E-CF7F-046204A84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Rules &amp;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215E-ADA6-1DE6-1D33-1257F841C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35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This is where many MCQs become tricky.</a:t>
            </a:r>
          </a:p>
          <a:p>
            <a:r>
              <a:rPr lang="en-US" dirty="0"/>
              <a:t>Academic rules and regulations govern the </a:t>
            </a:r>
            <a:r>
              <a:rPr lang="en-US" b="1" dirty="0"/>
              <a:t>formal academic process</a:t>
            </a:r>
            <a:r>
              <a:rPr lang="en-US" dirty="0"/>
              <a:t>.</a:t>
            </a:r>
          </a:p>
          <a:p>
            <a:r>
              <a:rPr lang="en-US" dirty="0"/>
              <a:t>Think:</a:t>
            </a:r>
          </a:p>
          <a:p>
            <a:r>
              <a:rPr lang="en-US" dirty="0"/>
              <a:t>“What official rules must I follow as a student?”</a:t>
            </a:r>
          </a:p>
          <a:p>
            <a:r>
              <a:rPr lang="en-US" dirty="0"/>
              <a:t>These can include:</a:t>
            </a:r>
          </a:p>
          <a:p>
            <a:pPr lvl="1"/>
            <a:r>
              <a:rPr lang="en-US" dirty="0"/>
              <a:t>Assessment rules </a:t>
            </a:r>
          </a:p>
          <a:p>
            <a:pPr lvl="1"/>
            <a:r>
              <a:rPr lang="en-US" dirty="0"/>
              <a:t>Submission requirements </a:t>
            </a:r>
          </a:p>
          <a:p>
            <a:pPr lvl="1"/>
            <a:r>
              <a:rPr lang="en-US" dirty="0"/>
              <a:t>Deadlines </a:t>
            </a:r>
          </a:p>
          <a:p>
            <a:pPr lvl="1"/>
            <a:r>
              <a:rPr lang="en-US" dirty="0"/>
              <a:t>Attendance requirements </a:t>
            </a:r>
          </a:p>
          <a:p>
            <a:pPr lvl="1"/>
            <a:r>
              <a:rPr lang="en-US" dirty="0"/>
              <a:t>Examination procedures </a:t>
            </a:r>
          </a:p>
          <a:p>
            <a:pPr lvl="1"/>
            <a:r>
              <a:rPr lang="en-US" dirty="0"/>
              <a:t>Progression </a:t>
            </a:r>
          </a:p>
          <a:p>
            <a:pPr lvl="1"/>
            <a:r>
              <a:rPr lang="en-US" dirty="0"/>
              <a:t>Module requirements </a:t>
            </a:r>
          </a:p>
          <a:p>
            <a:pPr lvl="1"/>
            <a:r>
              <a:rPr lang="en-US" dirty="0"/>
              <a:t>Credits </a:t>
            </a:r>
          </a:p>
          <a:p>
            <a:pPr lvl="1"/>
            <a:r>
              <a:rPr lang="en-US" dirty="0" err="1"/>
              <a:t>Resits</a:t>
            </a:r>
            <a:r>
              <a:rPr lang="en-US" dirty="0"/>
              <a:t>/reassessment </a:t>
            </a:r>
          </a:p>
          <a:p>
            <a:pPr lvl="1"/>
            <a:r>
              <a:rPr lang="en-US" dirty="0"/>
              <a:t>Extenuating circumstances procedures </a:t>
            </a:r>
          </a:p>
          <a:p>
            <a:pPr lvl="1"/>
            <a:r>
              <a:rPr lang="en-US" dirty="0"/>
              <a:t>Appeals </a:t>
            </a:r>
          </a:p>
          <a:p>
            <a:pPr lvl="1"/>
            <a:r>
              <a:rPr lang="en-US" dirty="0"/>
              <a:t>Academic decisions </a:t>
            </a:r>
          </a:p>
          <a:p>
            <a:pPr lvl="1"/>
            <a:r>
              <a:rPr lang="en-US" dirty="0"/>
              <a:t>Degree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950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4873-E362-3A9F-6F73-23C3D540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Rules &amp;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6D15E-AEFD-E10F-5DCD-042EF604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A student wants to know the procedure for appealing an examination result.</a:t>
            </a:r>
          </a:p>
          <a:p>
            <a:r>
              <a:rPr lang="en-US" dirty="0"/>
              <a:t>That's:</a:t>
            </a:r>
          </a:p>
          <a:p>
            <a:pPr lvl="1"/>
            <a:r>
              <a:rPr lang="en-US" b="1" dirty="0"/>
              <a:t>Academic Rules &amp; Regulations</a:t>
            </a:r>
            <a:endParaRPr lang="en-US" dirty="0"/>
          </a:p>
          <a:p>
            <a:r>
              <a:rPr lang="en-US" dirty="0"/>
              <a:t>Not academic integrity.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Another example</a:t>
            </a:r>
          </a:p>
          <a:p>
            <a:r>
              <a:rPr lang="en-US" dirty="0"/>
              <a:t>A student submits an assignment after the stated deadline. The university has rules specifying how late submissions are treated.</a:t>
            </a:r>
          </a:p>
          <a:p>
            <a:r>
              <a:rPr lang="en-US" dirty="0"/>
              <a:t>That's primarily:</a:t>
            </a:r>
          </a:p>
          <a:p>
            <a:pPr lvl="1"/>
            <a:r>
              <a:rPr lang="en-US" b="1" dirty="0"/>
              <a:t>Academic Rules &amp; Regulations</a:t>
            </a:r>
            <a:endParaRPr lang="en-US" dirty="0"/>
          </a:p>
          <a:p>
            <a:r>
              <a:rPr lang="en-US" dirty="0"/>
              <a:t>The issue is the </a:t>
            </a:r>
            <a:r>
              <a:rPr lang="en-US" b="1" dirty="0"/>
              <a:t>formal assessment procedure</a:t>
            </a:r>
            <a:r>
              <a:rPr lang="en-US" dirty="0"/>
              <a:t>.</a:t>
            </a:r>
          </a:p>
          <a:p>
            <a:r>
              <a:rPr lang="en-US" b="1" dirty="0"/>
              <a:t>Keywords</a:t>
            </a:r>
          </a:p>
          <a:p>
            <a:r>
              <a:rPr lang="en-US" b="1" dirty="0"/>
              <a:t>deadline / submission / examination / assessment / attendance / credits / progression / reassessment / </a:t>
            </a:r>
            <a:r>
              <a:rPr lang="en-US" b="1" dirty="0" err="1"/>
              <a:t>resit</a:t>
            </a:r>
            <a:r>
              <a:rPr lang="en-US" b="1" dirty="0"/>
              <a:t> / appeal / grade / award / procedure</a:t>
            </a:r>
            <a:endParaRPr lang="en-US" dirty="0"/>
          </a:p>
          <a:p>
            <a:r>
              <a:rPr lang="en-US" dirty="0"/>
              <a:t>Think:</a:t>
            </a:r>
          </a:p>
          <a:p>
            <a:r>
              <a:rPr lang="en-US" b="1" dirty="0"/>
              <a:t>ACADEMIC RULES &amp; REGULATIONS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7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7048-9460-8FE6-0720-E8555547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00446-AF6A-B4C7-0056-21968449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Academic integrity means </a:t>
            </a:r>
            <a:r>
              <a:rPr lang="en-US" b="1" dirty="0"/>
              <a:t>being honest and responsible in academic work</a:t>
            </a:r>
            <a:r>
              <a:rPr lang="en-US" dirty="0"/>
              <a:t>.</a:t>
            </a:r>
          </a:p>
          <a:p>
            <a:r>
              <a:rPr lang="en-US" dirty="0"/>
              <a:t>The fundamental question is:</a:t>
            </a:r>
          </a:p>
          <a:p>
            <a:pPr marL="0" indent="0">
              <a:buNone/>
            </a:pPr>
            <a:r>
              <a:rPr lang="en-US" b="1" dirty="0"/>
              <a:t>“Can I honestly claim that this academic work represents my own legitimate work?”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Major academic-integrity issues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Plagiarism</a:t>
            </a:r>
          </a:p>
          <a:p>
            <a:pPr lvl="1"/>
            <a:r>
              <a:rPr lang="en-US" dirty="0"/>
              <a:t>Using someone else's words/ideas without appropriate acknowledgement.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Copying a paragraph from a website into an assignment without referencing it.</a:t>
            </a:r>
          </a:p>
          <a:p>
            <a:pPr lvl="1"/>
            <a:r>
              <a:rPr lang="en-US" b="1" dirty="0"/>
              <a:t>Plagiarism → Academic Integrity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05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5714-6D46-E35E-E355-D03BA400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1E712-EBD9-5E2F-E5D3-BC47859EA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2. Collusion</a:t>
            </a:r>
          </a:p>
          <a:p>
            <a:pPr lvl="1"/>
            <a:r>
              <a:rPr lang="en-US" dirty="0" err="1"/>
              <a:t>Unauthorised</a:t>
            </a:r>
            <a:r>
              <a:rPr lang="en-US" dirty="0"/>
              <a:t> collaboration.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Two students secretly work together on an individual assignment and submit substantially similar answers.</a:t>
            </a:r>
          </a:p>
          <a:p>
            <a:pPr lvl="1"/>
            <a:r>
              <a:rPr lang="en-US" b="1" dirty="0"/>
              <a:t>Collusion → Academic Integrity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3. Cheating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Using </a:t>
            </a:r>
            <a:r>
              <a:rPr lang="en-US" dirty="0" err="1"/>
              <a:t>unauthorised</a:t>
            </a:r>
            <a:r>
              <a:rPr lang="en-US" dirty="0"/>
              <a:t> notes during an examination.</a:t>
            </a:r>
          </a:p>
          <a:p>
            <a:pPr lvl="1"/>
            <a:r>
              <a:rPr lang="en-US" b="1" dirty="0"/>
              <a:t>Cheating → Academic Integrity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4. Fabrication</a:t>
            </a:r>
          </a:p>
          <a:p>
            <a:pPr lvl="1"/>
            <a:r>
              <a:rPr lang="en-US" dirty="0"/>
              <a:t>Making up information/data/results.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A student invents survey responses that they never collected.</a:t>
            </a:r>
          </a:p>
          <a:p>
            <a:pPr lvl="1"/>
            <a:r>
              <a:rPr lang="en-US" b="1" dirty="0"/>
              <a:t>Fabrication → Academic Integrity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230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C861-5FD5-939A-4135-FA6686E2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4076F-A857-9DFB-A7BF-8F7BFC17E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5. Contract cheating</a:t>
            </a:r>
          </a:p>
          <a:p>
            <a:pPr lvl="1"/>
            <a:r>
              <a:rPr lang="en-US" dirty="0"/>
              <a:t>Someone else completes academic work for the student.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Paying another person to write an assignment.</a:t>
            </a:r>
          </a:p>
          <a:p>
            <a:pPr lvl="1"/>
            <a:r>
              <a:rPr lang="en-US" b="1" dirty="0"/>
              <a:t>Contract cheating → Academic Integrity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6. Misrepresentation</a:t>
            </a:r>
          </a:p>
          <a:p>
            <a:pPr lvl="1"/>
            <a:r>
              <a:rPr lang="en-US" dirty="0"/>
              <a:t>Presenting work or circumstances dishonestly.</a:t>
            </a:r>
          </a:p>
          <a:p>
            <a:r>
              <a:rPr lang="en-US" b="1" dirty="0"/>
              <a:t>Academic Integrity keywords</a:t>
            </a:r>
          </a:p>
          <a:p>
            <a:pPr lvl="1"/>
            <a:r>
              <a:rPr lang="en-US" b="1" dirty="0"/>
              <a:t>plagiarism / cheating / collusion / fabrication / falsification / contract cheating / referencing / sources / originality / dishonest academic practice</a:t>
            </a:r>
            <a:endParaRPr lang="en-US" dirty="0"/>
          </a:p>
          <a:p>
            <a:r>
              <a:rPr lang="en-US" dirty="0"/>
              <a:t>Think:</a:t>
            </a:r>
          </a:p>
          <a:p>
            <a:pPr lvl="1"/>
            <a:r>
              <a:rPr lang="en-US" b="1" dirty="0"/>
              <a:t>ACADEMIC INTEGRITY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60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0CE5-C211-6FDA-1F77-962ECB8E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7EEB-A38A-B91A-ACE0-C7E3F068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Suppose:</a:t>
            </a:r>
          </a:p>
          <a:p>
            <a:r>
              <a:rPr lang="en-US" dirty="0"/>
              <a:t>A student uses another student's university password to access an online assessment system.</a:t>
            </a:r>
          </a:p>
          <a:p>
            <a:r>
              <a:rPr lang="en-US" dirty="0"/>
              <a:t>Several things are wrong.</a:t>
            </a:r>
          </a:p>
          <a:p>
            <a:pPr lvl="0"/>
            <a:r>
              <a:rPr lang="en-US" b="1" dirty="0"/>
              <a:t>AUP</a:t>
            </a:r>
            <a:r>
              <a:rPr lang="en-US" dirty="0"/>
              <a:t> → </a:t>
            </a:r>
            <a:r>
              <a:rPr lang="en-US" dirty="0" err="1"/>
              <a:t>unauthorised</a:t>
            </a:r>
            <a:r>
              <a:rPr lang="en-US" dirty="0"/>
              <a:t> use of an IT account/system </a:t>
            </a:r>
          </a:p>
          <a:p>
            <a:pPr lvl="0"/>
            <a:r>
              <a:rPr lang="en-US" b="1" dirty="0"/>
              <a:t>Academic integrity</a:t>
            </a:r>
            <a:r>
              <a:rPr lang="en-US" dirty="0"/>
              <a:t> → potentially dishonest academic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Academic regulations</a:t>
            </a:r>
            <a:r>
              <a:rPr lang="en-US" dirty="0"/>
              <a:t> → potentially breaches assessment rules </a:t>
            </a:r>
          </a:p>
          <a:p>
            <a:r>
              <a:rPr lang="en-US" b="1" dirty="0"/>
              <a:t>So how do you choose?</a:t>
            </a:r>
          </a:p>
          <a:p>
            <a:r>
              <a:rPr lang="en-US" dirty="0"/>
              <a:t>Ask:</a:t>
            </a:r>
          </a:p>
          <a:p>
            <a:r>
              <a:rPr lang="en-US" b="1" dirty="0"/>
              <a:t>“What is the question focusing on?”</a:t>
            </a:r>
          </a:p>
          <a:p>
            <a:r>
              <a:rPr lang="en-US" dirty="0"/>
              <a:t>If it focuses on </a:t>
            </a:r>
            <a:r>
              <a:rPr lang="en-US" b="1" dirty="0"/>
              <a:t>technology/access</a:t>
            </a:r>
            <a:r>
              <a:rPr lang="en-US" dirty="0"/>
              <a:t> → </a:t>
            </a:r>
            <a:r>
              <a:rPr lang="en-US" b="1" dirty="0"/>
              <a:t>AUP</a:t>
            </a:r>
            <a:endParaRPr lang="en-US" dirty="0"/>
          </a:p>
          <a:p>
            <a:r>
              <a:rPr lang="en-US" dirty="0"/>
              <a:t>If it focuses on </a:t>
            </a:r>
            <a:r>
              <a:rPr lang="en-US" b="1" dirty="0"/>
              <a:t>dishonesty in assessment</a:t>
            </a:r>
            <a:r>
              <a:rPr lang="en-US" dirty="0"/>
              <a:t> → </a:t>
            </a:r>
            <a:r>
              <a:rPr lang="en-US" b="1" dirty="0"/>
              <a:t>Academic Integrity</a:t>
            </a:r>
            <a:endParaRPr lang="en-US" dirty="0"/>
          </a:p>
          <a:p>
            <a:r>
              <a:rPr lang="en-US" dirty="0"/>
              <a:t>If it focuses on </a:t>
            </a:r>
            <a:r>
              <a:rPr lang="en-US" b="1" dirty="0"/>
              <a:t>formal assessment procedure/rules</a:t>
            </a:r>
            <a:r>
              <a:rPr lang="en-US" dirty="0"/>
              <a:t> → </a:t>
            </a:r>
            <a:r>
              <a:rPr lang="en-US" b="1" dirty="0"/>
              <a:t>Academic Regulations</a:t>
            </a:r>
            <a:endParaRPr lang="en-US" dirty="0"/>
          </a:p>
          <a:p>
            <a:r>
              <a:rPr lang="en-US" dirty="0"/>
              <a:t>This is probably the </a:t>
            </a:r>
            <a:r>
              <a:rPr lang="en-US" b="1" dirty="0"/>
              <a:t>most important technique</a:t>
            </a:r>
            <a:r>
              <a:rPr lang="en-US" dirty="0"/>
              <a:t> for your exam.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8. A decision tree for MCQs</a:t>
            </a:r>
          </a:p>
          <a:p>
            <a:r>
              <a:rPr lang="en-US" dirty="0"/>
              <a:t>When you see a scenario, run through this:</a:t>
            </a:r>
          </a:p>
          <a:p>
            <a:r>
              <a:rPr lang="en-US" b="1" dirty="0"/>
              <a:t>STEP 1 — Is technology/IT the central issue?</a:t>
            </a:r>
          </a:p>
          <a:p>
            <a:r>
              <a:rPr lang="en-US" dirty="0"/>
              <a:t>Computer, network, university email, password, software, online system?</a:t>
            </a:r>
          </a:p>
          <a:p>
            <a:r>
              <a:rPr lang="en-US" dirty="0"/>
              <a:t>➡️ </a:t>
            </a:r>
            <a:r>
              <a:rPr lang="en-US" b="1" dirty="0"/>
              <a:t>AUP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54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FA59-7925-AC16-6C87-1BD8AAB6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45FF-53AB-9D76-5548-40E935838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/>
              <a:t>STEP 2 — Is </a:t>
            </a:r>
            <a:r>
              <a:rPr lang="en-US" b="1" dirty="0" err="1"/>
              <a:t>behaviour</a:t>
            </a:r>
            <a:r>
              <a:rPr lang="en-US" b="1" dirty="0"/>
              <a:t> toward other people the central issue?</a:t>
            </a:r>
          </a:p>
          <a:p>
            <a:r>
              <a:rPr lang="en-US" dirty="0"/>
              <a:t>Bullying, harassment, discrimination, threatening </a:t>
            </a:r>
            <a:r>
              <a:rPr lang="en-US" dirty="0" err="1"/>
              <a:t>behaviour</a:t>
            </a:r>
            <a:r>
              <a:rPr lang="en-US" dirty="0"/>
              <a:t>, respect?</a:t>
            </a:r>
          </a:p>
          <a:p>
            <a:r>
              <a:rPr lang="en-US" dirty="0"/>
              <a:t>➡️ </a:t>
            </a:r>
            <a:r>
              <a:rPr lang="en-US" b="1" dirty="0"/>
              <a:t>Code of Conduct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3 — Is academic honesty the central issue?</a:t>
            </a:r>
          </a:p>
          <a:p>
            <a:r>
              <a:rPr lang="en-US" dirty="0"/>
              <a:t>Plagiarism, cheating, collusion, fabrication, fake data, contract cheating?</a:t>
            </a:r>
          </a:p>
          <a:p>
            <a:r>
              <a:rPr lang="en-US" dirty="0"/>
              <a:t>➡️ </a:t>
            </a:r>
            <a:r>
              <a:rPr lang="en-US" b="1" dirty="0"/>
              <a:t>Academic Integrity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4 — Is it about a formal academic procedure/rule?</a:t>
            </a:r>
          </a:p>
          <a:p>
            <a:r>
              <a:rPr lang="en-US" dirty="0"/>
              <a:t>Deadline, exam procedure, attendance requirement, credits, progression, </a:t>
            </a:r>
            <a:r>
              <a:rPr lang="en-US" dirty="0" err="1"/>
              <a:t>resit</a:t>
            </a:r>
            <a:r>
              <a:rPr lang="en-US" dirty="0"/>
              <a:t>, appeal?</a:t>
            </a:r>
          </a:p>
          <a:p>
            <a:r>
              <a:rPr lang="en-US" dirty="0"/>
              <a:t>➡️ </a:t>
            </a:r>
            <a:r>
              <a:rPr lang="en-US" b="1" dirty="0"/>
              <a:t>Academic Rules &amp; Regulations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5 — Is it about being a responsible/engaged student?</a:t>
            </a:r>
          </a:p>
          <a:p>
            <a:r>
              <a:rPr lang="en-US" dirty="0"/>
              <a:t>Independent learning, participation, time management, motivation, career preparation?</a:t>
            </a:r>
          </a:p>
          <a:p>
            <a:r>
              <a:rPr lang="en-US" dirty="0"/>
              <a:t>➡️ </a:t>
            </a:r>
            <a:r>
              <a:rPr lang="en-US" b="1" dirty="0"/>
              <a:t>Expectations / Student Responsibilities / Why are you here?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52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5AB9-BEF2-C68B-94A0-B37E6CF1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Compare them using one scenario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5E67-2AB4-C036-88D6-987C4E3CC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85" y="1493116"/>
            <a:ext cx="10515600" cy="4351338"/>
          </a:xfrm>
        </p:spPr>
        <p:txBody>
          <a:bodyPr>
            <a:noAutofit/>
          </a:bodyPr>
          <a:lstStyle/>
          <a:p>
            <a:r>
              <a:rPr lang="en-US" sz="1400" dirty="0"/>
              <a:t>Imagine a student copies information from Wikipedia into an assignment.</a:t>
            </a:r>
          </a:p>
          <a:p>
            <a:r>
              <a:rPr lang="en-US" sz="1400" b="1" dirty="0"/>
              <a:t>Question A</a:t>
            </a:r>
          </a:p>
          <a:p>
            <a:pPr lvl="1"/>
            <a:r>
              <a:rPr lang="en-US" sz="1000" dirty="0"/>
              <a:t>Which concept concerns the student's failure to acknowledge the source?</a:t>
            </a:r>
          </a:p>
          <a:p>
            <a:r>
              <a:rPr lang="en-US" sz="1400" b="1" dirty="0"/>
              <a:t>Academic Integrity</a:t>
            </a:r>
            <a:endParaRPr lang="en-US" sz="1400" dirty="0"/>
          </a:p>
          <a:p>
            <a:pPr lvl="1"/>
            <a:r>
              <a:rPr lang="en-US" sz="1000" dirty="0"/>
              <a:t>Because it's about </a:t>
            </a:r>
            <a:r>
              <a:rPr lang="en-US" sz="1000" b="1" dirty="0"/>
              <a:t>plagiarism/referencing</a:t>
            </a:r>
            <a:r>
              <a:rPr lang="en-US" sz="1000" dirty="0"/>
              <a:t>.</a:t>
            </a:r>
          </a:p>
          <a:p>
            <a:pPr lvl="1"/>
            <a:r>
              <a:rPr lang="en-US" sz="1000" dirty="0"/>
              <a:t>Now change the question:</a:t>
            </a:r>
          </a:p>
          <a:p>
            <a:pPr lvl="1"/>
            <a:r>
              <a:rPr lang="en-US" sz="1000" dirty="0"/>
              <a:t>Which university rules determine the penalty that may be applied for plagiarism?</a:t>
            </a:r>
          </a:p>
          <a:p>
            <a:r>
              <a:rPr lang="en-US" sz="1400" b="1" dirty="0"/>
              <a:t>Academic Rules &amp; Regulations</a:t>
            </a:r>
            <a:endParaRPr lang="en-US" sz="1400" dirty="0"/>
          </a:p>
          <a:p>
            <a:pPr lvl="1"/>
            <a:r>
              <a:rPr lang="en-US" sz="1000" dirty="0"/>
              <a:t>Because now the focus is on the </a:t>
            </a:r>
            <a:r>
              <a:rPr lang="en-US" sz="1000" b="1" dirty="0"/>
              <a:t>formal institutional procedure/penalty</a:t>
            </a:r>
            <a:r>
              <a:rPr lang="en-US" sz="1000" dirty="0"/>
              <a:t>.</a:t>
            </a:r>
          </a:p>
          <a:p>
            <a:r>
              <a:rPr lang="en-US" sz="1400" dirty="0"/>
              <a:t>Change it again:</a:t>
            </a:r>
          </a:p>
          <a:p>
            <a:pPr lvl="1"/>
            <a:r>
              <a:rPr lang="en-US" sz="1000" dirty="0"/>
              <a:t>Which principle requires the student to produce honest academic work?</a:t>
            </a:r>
          </a:p>
          <a:p>
            <a:r>
              <a:rPr lang="en-US" sz="1400" b="1" dirty="0"/>
              <a:t>Academic Integrity</a:t>
            </a:r>
            <a:endParaRPr lang="en-US" sz="1400" dirty="0"/>
          </a:p>
          <a:p>
            <a:r>
              <a:rPr lang="en-US" sz="1400" dirty="0"/>
              <a:t>Another scenario:</a:t>
            </a:r>
          </a:p>
          <a:p>
            <a:pPr lvl="1"/>
            <a:r>
              <a:rPr lang="en-US" sz="1000" dirty="0"/>
              <a:t>A student uses university Wi-Fi to gain </a:t>
            </a:r>
            <a:r>
              <a:rPr lang="en-US" sz="1000" dirty="0" err="1"/>
              <a:t>unauthorised</a:t>
            </a:r>
            <a:r>
              <a:rPr lang="en-US" sz="1000" dirty="0"/>
              <a:t> access to another person's account.</a:t>
            </a:r>
          </a:p>
          <a:p>
            <a:r>
              <a:rPr lang="en-US" sz="1400" b="1" dirty="0"/>
              <a:t>AUP</a:t>
            </a:r>
            <a:endParaRPr lang="en-US" sz="1400" dirty="0"/>
          </a:p>
          <a:p>
            <a:r>
              <a:rPr lang="en-US" sz="1400" dirty="0"/>
              <a:t>The key issue is </a:t>
            </a:r>
            <a:r>
              <a:rPr lang="en-US" sz="1400" b="1" dirty="0"/>
              <a:t>IT/network misuse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80812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32C3-15F9-FF80-35D6-F6E21974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Compare them using one scenario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B2B0-833D-8459-BC89-18148D53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Another:</a:t>
            </a:r>
          </a:p>
          <a:p>
            <a:r>
              <a:rPr lang="en-US" dirty="0"/>
              <a:t>A student threatens another student during a university activity.</a:t>
            </a:r>
          </a:p>
          <a:p>
            <a:r>
              <a:rPr lang="en-US" b="1" dirty="0"/>
              <a:t>Code of Conduct</a:t>
            </a:r>
            <a:endParaRPr lang="en-US" dirty="0"/>
          </a:p>
          <a:p>
            <a:r>
              <a:rPr lang="en-US" dirty="0"/>
              <a:t>Key issue: </a:t>
            </a:r>
            <a:r>
              <a:rPr lang="en-US" b="1" dirty="0" err="1"/>
              <a:t>behaviour</a:t>
            </a:r>
            <a:r>
              <a:rPr lang="en-US" dirty="0"/>
              <a:t>.</a:t>
            </a:r>
          </a:p>
          <a:p>
            <a:r>
              <a:rPr lang="en-US" dirty="0"/>
              <a:t>Another:</a:t>
            </a:r>
          </a:p>
          <a:p>
            <a:r>
              <a:rPr lang="en-US" dirty="0"/>
              <a:t>Students are expected to </a:t>
            </a:r>
            <a:r>
              <a:rPr lang="en-US" dirty="0" err="1"/>
              <a:t>organise</a:t>
            </a:r>
            <a:r>
              <a:rPr lang="en-US" dirty="0"/>
              <a:t> their study time and complete independent learning activities.</a:t>
            </a:r>
          </a:p>
          <a:p>
            <a:r>
              <a:rPr lang="en-US" b="1" dirty="0"/>
              <a:t>Expectations / Student Responsibilities</a:t>
            </a:r>
            <a:endParaRPr lang="en-US" dirty="0"/>
          </a:p>
          <a:p>
            <a:r>
              <a:rPr lang="en-US" dirty="0"/>
              <a:t>Key issue: </a:t>
            </a:r>
            <a:r>
              <a:rPr lang="en-US" b="1" dirty="0"/>
              <a:t>what is expected from the student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1882</Words>
  <Application>Microsoft Office PowerPoint</Application>
  <PresentationFormat>Widescreen</PresentationFormat>
  <Paragraphs>344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Segoe UI</vt:lpstr>
      <vt:lpstr>Wingdings</vt:lpstr>
      <vt:lpstr>Office Theme</vt:lpstr>
      <vt:lpstr>CIS092-1 Fundamentals of Study and Employability</vt:lpstr>
      <vt:lpstr>PowerPoint Presentation</vt:lpstr>
      <vt:lpstr>Recap of Day 1</vt:lpstr>
      <vt:lpstr>Session Learning Outcomes</vt:lpstr>
      <vt:lpstr>What Is Academic Integrity?</vt:lpstr>
      <vt:lpstr>Plagiarism</vt:lpstr>
      <vt:lpstr>Collusion and Contract Cheating</vt:lpstr>
      <vt:lpstr>Responsible Use of AI</vt:lpstr>
      <vt:lpstr>What Is an AUP?</vt:lpstr>
      <vt:lpstr>Responsible Digital Behaviour</vt:lpstr>
      <vt:lpstr>Code of Conduct</vt:lpstr>
      <vt:lpstr>Academic Regulations and Support</vt:lpstr>
      <vt:lpstr>PowerPoint Presentation</vt:lpstr>
      <vt:lpstr>PowerPoint Presentation</vt:lpstr>
      <vt:lpstr>AUP — Acceptable Use Policy </vt:lpstr>
      <vt:lpstr>AUP — Acceptable Use Policy</vt:lpstr>
      <vt:lpstr> Code of Conduct </vt:lpstr>
      <vt:lpstr> Code of Conduct</vt:lpstr>
      <vt:lpstr>Academic Rules &amp; Regulations</vt:lpstr>
      <vt:lpstr>Academic Rules &amp; Regulations</vt:lpstr>
      <vt:lpstr>Academic Integrity</vt:lpstr>
      <vt:lpstr>Academic Integrity</vt:lpstr>
      <vt:lpstr>Academic Integrity</vt:lpstr>
      <vt:lpstr>PowerPoint Presentation</vt:lpstr>
      <vt:lpstr>PowerPoint Presentation</vt:lpstr>
      <vt:lpstr>9. Compare them using one scenario </vt:lpstr>
      <vt:lpstr>9. Compare them using one scenario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2</cp:revision>
  <dcterms:created xsi:type="dcterms:W3CDTF">2026-09-12T13:31:42Z</dcterms:created>
  <dcterms:modified xsi:type="dcterms:W3CDTF">2026-09-21T17:03:11Z</dcterms:modified>
</cp:coreProperties>
</file>