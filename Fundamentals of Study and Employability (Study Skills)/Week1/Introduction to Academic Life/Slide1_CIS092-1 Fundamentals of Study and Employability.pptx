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82" r:id="rId12"/>
    <p:sldId id="268" r:id="rId13"/>
    <p:sldId id="269" r:id="rId14"/>
    <p:sldId id="270" r:id="rId15"/>
    <p:sldId id="271" r:id="rId16"/>
    <p:sldId id="272" r:id="rId17"/>
    <p:sldId id="273" r:id="rId18"/>
    <p:sldId id="275" r:id="rId19"/>
    <p:sldId id="283" r:id="rId20"/>
    <p:sldId id="277" r:id="rId21"/>
    <p:sldId id="278" r:id="rId22"/>
    <p:sldId id="279" r:id="rId23"/>
    <p:sldId id="280" r:id="rId24"/>
    <p:sldId id="281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673C91-2B80-40F1-B267-1B8469C40D03}" v="1" dt="2026-09-21T16:07:23.3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2841" autoAdjust="0"/>
  </p:normalViewPr>
  <p:slideViewPr>
    <p:cSldViewPr snapToGrid="0">
      <p:cViewPr varScale="1">
        <p:scale>
          <a:sx n="90" d="100"/>
          <a:sy n="90" d="100"/>
        </p:scale>
        <p:origin x="358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i, Upama" userId="d8ca7f89-5e54-445b-9d24-0c0dc93119ec" providerId="ADAL" clId="{23F3D788-E39F-4307-9F13-A8E13E4C9956}"/>
    <pc:docChg chg="modSld">
      <pc:chgData name="Rai, Upama" userId="d8ca7f89-5e54-445b-9d24-0c0dc93119ec" providerId="ADAL" clId="{23F3D788-E39F-4307-9F13-A8E13E4C9956}" dt="2026-09-21T16:07:44.223" v="14" actId="1076"/>
      <pc:docMkLst>
        <pc:docMk/>
      </pc:docMkLst>
      <pc:sldChg chg="modSp mod">
        <pc:chgData name="Rai, Upama" userId="d8ca7f89-5e54-445b-9d24-0c0dc93119ec" providerId="ADAL" clId="{23F3D788-E39F-4307-9F13-A8E13E4C9956}" dt="2026-09-21T16:07:44.223" v="14" actId="1076"/>
        <pc:sldMkLst>
          <pc:docMk/>
          <pc:sldMk cId="495497397" sldId="257"/>
        </pc:sldMkLst>
        <pc:spChg chg="mod">
          <ac:chgData name="Rai, Upama" userId="d8ca7f89-5e54-445b-9d24-0c0dc93119ec" providerId="ADAL" clId="{23F3D788-E39F-4307-9F13-A8E13E4C9956}" dt="2026-09-21T16:07:44.223" v="14" actId="1076"/>
          <ac:spMkLst>
            <pc:docMk/>
            <pc:sldMk cId="495497397" sldId="257"/>
            <ac:spMk id="3" creationId="{7D6B80CF-9A99-2D94-2F59-D9B0EECBFEE2}"/>
          </ac:spMkLst>
        </pc:spChg>
      </pc:sldChg>
      <pc:sldChg chg="modSp mod">
        <pc:chgData name="Rai, Upama" userId="d8ca7f89-5e54-445b-9d24-0c0dc93119ec" providerId="ADAL" clId="{23F3D788-E39F-4307-9F13-A8E13E4C9956}" dt="2026-09-21T16:06:27.073" v="11" actId="20577"/>
        <pc:sldMkLst>
          <pc:docMk/>
          <pc:sldMk cId="2808886578" sldId="264"/>
        </pc:sldMkLst>
        <pc:spChg chg="mod">
          <ac:chgData name="Rai, Upama" userId="d8ca7f89-5e54-445b-9d24-0c0dc93119ec" providerId="ADAL" clId="{23F3D788-E39F-4307-9F13-A8E13E4C9956}" dt="2026-09-21T16:06:27.073" v="11" actId="20577"/>
          <ac:spMkLst>
            <pc:docMk/>
            <pc:sldMk cId="2808886578" sldId="264"/>
            <ac:spMk id="3" creationId="{78BF44A9-7348-3A60-F5B4-B8D0CE42D2D9}"/>
          </ac:spMkLst>
        </pc:spChg>
      </pc:sldChg>
      <pc:sldChg chg="modSp">
        <pc:chgData name="Rai, Upama" userId="d8ca7f89-5e54-445b-9d24-0c0dc93119ec" providerId="ADAL" clId="{23F3D788-E39F-4307-9F13-A8E13E4C9956}" dt="2026-09-21T16:07:23.349" v="12"/>
        <pc:sldMkLst>
          <pc:docMk/>
          <pc:sldMk cId="2559786296" sldId="278"/>
        </pc:sldMkLst>
        <pc:spChg chg="mod">
          <ac:chgData name="Rai, Upama" userId="d8ca7f89-5e54-445b-9d24-0c0dc93119ec" providerId="ADAL" clId="{23F3D788-E39F-4307-9F13-A8E13E4C9956}" dt="2026-09-21T16:07:23.349" v="12"/>
          <ac:spMkLst>
            <pc:docMk/>
            <pc:sldMk cId="2559786296" sldId="278"/>
            <ac:spMk id="2" creationId="{5EE9CED4-A302-EAB5-02CA-CAA516670D42}"/>
          </ac:spMkLst>
        </pc:spChg>
      </pc:sldChg>
      <pc:sldChg chg="modSp mod">
        <pc:chgData name="Rai, Upama" userId="d8ca7f89-5e54-445b-9d24-0c0dc93119ec" providerId="ADAL" clId="{23F3D788-E39F-4307-9F13-A8E13E4C9956}" dt="2026-09-21T16:07:28.162" v="13" actId="1076"/>
        <pc:sldMkLst>
          <pc:docMk/>
          <pc:sldMk cId="95614557" sldId="279"/>
        </pc:sldMkLst>
        <pc:graphicFrameChg chg="mod">
          <ac:chgData name="Rai, Upama" userId="d8ca7f89-5e54-445b-9d24-0c0dc93119ec" providerId="ADAL" clId="{23F3D788-E39F-4307-9F13-A8E13E4C9956}" dt="2026-09-21T16:07:28.162" v="13" actId="1076"/>
          <ac:graphicFrameMkLst>
            <pc:docMk/>
            <pc:sldMk cId="95614557" sldId="279"/>
            <ac:graphicFrameMk id="4" creationId="{A5156EAD-4816-D0D6-5863-7CCBFF0758A5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SimpleTimelineDefaultColorVariant">
  <dgm:title val="Simple Timeline Default Color Variant"/>
  <dgm:desc val="Simple Timeline Default Color Variant"/>
  <dgm:catLst>
    <dgm:cat type="Other" pri="2"/>
  </dgm:catLst>
  <dgm:styleLbl name="node0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>
        <a:alpha val="0"/>
      </a:schemeClr>
    </dgm:fillClrLst>
    <dgm:linClrLst meth="repeat">
      <a:schemeClr val="accent1">
        <a:alpha val="0"/>
      </a:schemeClr>
    </dgm:linClrLst>
    <dgm:effectClrLst/>
    <dgm:txLinClrLst/>
    <dgm:txFillClrLst meth="repeat">
      <a:schemeClr val="accent1"/>
    </dgm:txFillClrLst>
    <dgm:txEffectClrLst/>
  </dgm:styleLbl>
  <dgm:styleLbl name="node1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 meth="repeat">
      <a:schemeClr val="accent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2">
        <a:alpha val="9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F2B73FF-745F-4D04-8160-326C416DDC22}" type="doc">
      <dgm:prSet loTypeId="urn:microsoft.com/office/officeart/2024/3/layout/SimpleTimelineDefaultVariant" loCatId="Timeline" qsTypeId="urn:microsoft.com/office/officeart/2005/8/quickstyle/simple1#1" qsCatId="simple" csTypeId="urn:microsoft.com/office/officeart/2005/8/colors/SimpleTimelineDefaultColorVariant" csCatId="other" phldr="1"/>
      <dgm:spPr/>
      <dgm:t>
        <a:bodyPr/>
        <a:lstStyle/>
        <a:p>
          <a:endParaRPr lang="en-US"/>
        </a:p>
      </dgm:t>
    </dgm:pt>
    <dgm:pt modelId="{2B6852A6-61EE-4210-B51B-B32992E77862}">
      <dgm:prSet/>
      <dgm:spPr/>
      <dgm:t>
        <a:bodyPr/>
        <a:lstStyle/>
        <a:p>
          <a:pPr>
            <a:defRPr b="1"/>
          </a:pPr>
          <a:r>
            <a:rPr lang="en-US" dirty="0"/>
            <a:t>Understand the Module</a:t>
          </a:r>
        </a:p>
      </dgm:t>
    </dgm:pt>
    <dgm:pt modelId="{C1E4C4E0-5F6C-4DC6-9B41-F9920BE92096}" type="parTrans" cxnId="{24013F5B-4AA9-4E98-BF55-1B1B54BCE326}">
      <dgm:prSet/>
      <dgm:spPr/>
      <dgm:t>
        <a:bodyPr/>
        <a:lstStyle/>
        <a:p>
          <a:endParaRPr lang="en-US"/>
        </a:p>
      </dgm:t>
    </dgm:pt>
    <dgm:pt modelId="{0F4D75B9-6E84-4806-8C57-64BFC4DB94D6}" type="sibTrans" cxnId="{24013F5B-4AA9-4E98-BF55-1B1B54BCE326}">
      <dgm:prSet/>
      <dgm:spPr/>
      <dgm:t>
        <a:bodyPr/>
        <a:lstStyle/>
        <a:p>
          <a:endParaRPr lang="en-US"/>
        </a:p>
      </dgm:t>
    </dgm:pt>
    <dgm:pt modelId="{0D753964-53AA-4BFB-A366-D0B0D987B374}">
      <dgm:prSet/>
      <dgm:spPr/>
      <dgm:t>
        <a:bodyPr/>
        <a:lstStyle/>
        <a:p>
          <a:endParaRPr lang="en-US" dirty="0"/>
        </a:p>
      </dgm:t>
    </dgm:pt>
    <dgm:pt modelId="{AB5A1ED9-06BD-4457-9299-49577358F5EE}" type="parTrans" cxnId="{7E57F6FD-C70D-474E-B840-11477193ADC1}">
      <dgm:prSet/>
      <dgm:spPr/>
      <dgm:t>
        <a:bodyPr/>
        <a:lstStyle/>
        <a:p>
          <a:endParaRPr lang="en-US"/>
        </a:p>
      </dgm:t>
    </dgm:pt>
    <dgm:pt modelId="{89ECDD7D-5AEF-450E-A797-CC52EB262E45}" type="sibTrans" cxnId="{7E57F6FD-C70D-474E-B840-11477193ADC1}">
      <dgm:prSet/>
      <dgm:spPr/>
      <dgm:t>
        <a:bodyPr/>
        <a:lstStyle/>
        <a:p>
          <a:endParaRPr lang="en-US"/>
        </a:p>
      </dgm:t>
    </dgm:pt>
    <dgm:pt modelId="{82736982-980C-45A0-90B4-E152F49811BC}">
      <dgm:prSet/>
      <dgm:spPr/>
      <dgm:t>
        <a:bodyPr/>
        <a:lstStyle/>
        <a:p>
          <a:pPr>
            <a:defRPr b="1"/>
          </a:pPr>
          <a:r>
            <a:rPr lang="en-US" dirty="0"/>
            <a:t>Making sense of academic life</a:t>
          </a:r>
        </a:p>
      </dgm:t>
    </dgm:pt>
    <dgm:pt modelId="{F9B0C865-40E1-493F-B286-A3BA42184A43}" type="parTrans" cxnId="{E29ACD33-8BE2-4734-82B8-6AC643052B58}">
      <dgm:prSet/>
      <dgm:spPr/>
      <dgm:t>
        <a:bodyPr/>
        <a:lstStyle/>
        <a:p>
          <a:endParaRPr lang="en-US"/>
        </a:p>
      </dgm:t>
    </dgm:pt>
    <dgm:pt modelId="{567554B4-E843-4033-925A-8ED51DE40533}" type="sibTrans" cxnId="{E29ACD33-8BE2-4734-82B8-6AC643052B58}">
      <dgm:prSet/>
      <dgm:spPr/>
      <dgm:t>
        <a:bodyPr/>
        <a:lstStyle/>
        <a:p>
          <a:endParaRPr lang="en-US"/>
        </a:p>
      </dgm:t>
    </dgm:pt>
    <dgm:pt modelId="{321E63E6-0A41-4282-A65D-C828C3B6F643}">
      <dgm:prSet/>
      <dgm:spPr/>
      <dgm:t>
        <a:bodyPr/>
        <a:lstStyle/>
        <a:p>
          <a:endParaRPr lang="en-US" dirty="0"/>
        </a:p>
      </dgm:t>
    </dgm:pt>
    <dgm:pt modelId="{BF097F2D-BCD6-4822-97C9-01066F385DDE}" type="parTrans" cxnId="{81033545-0474-4BC0-BC7E-0A9612CA13C2}">
      <dgm:prSet/>
      <dgm:spPr/>
      <dgm:t>
        <a:bodyPr/>
        <a:lstStyle/>
        <a:p>
          <a:endParaRPr lang="en-US"/>
        </a:p>
      </dgm:t>
    </dgm:pt>
    <dgm:pt modelId="{BBB9F95F-0845-4D6D-BE31-DAA23DD964B2}" type="sibTrans" cxnId="{81033545-0474-4BC0-BC7E-0A9612CA13C2}">
      <dgm:prSet/>
      <dgm:spPr/>
      <dgm:t>
        <a:bodyPr/>
        <a:lstStyle/>
        <a:p>
          <a:endParaRPr lang="en-US"/>
        </a:p>
      </dgm:t>
    </dgm:pt>
    <dgm:pt modelId="{5A7C1E27-8CF3-489E-B119-960B9AA8464F}">
      <dgm:prSet/>
      <dgm:spPr/>
      <dgm:t>
        <a:bodyPr/>
        <a:lstStyle/>
        <a:p>
          <a:pPr>
            <a:defRPr b="1"/>
          </a:pPr>
          <a:r>
            <a:rPr lang="en-US" dirty="0" err="1"/>
            <a:t>Recognising</a:t>
          </a:r>
          <a:r>
            <a:rPr lang="en-US" dirty="0"/>
            <a:t> student responsibilities </a:t>
          </a:r>
        </a:p>
      </dgm:t>
    </dgm:pt>
    <dgm:pt modelId="{A9081BF4-8EF0-44F5-93D9-C215CCFBD656}" type="parTrans" cxnId="{1E0A0B9E-CACB-45D8-A956-5697EACE8A58}">
      <dgm:prSet/>
      <dgm:spPr/>
      <dgm:t>
        <a:bodyPr/>
        <a:lstStyle/>
        <a:p>
          <a:endParaRPr lang="en-US"/>
        </a:p>
      </dgm:t>
    </dgm:pt>
    <dgm:pt modelId="{32EA3B52-C6AD-4B18-951C-461D785BCCAF}" type="sibTrans" cxnId="{1E0A0B9E-CACB-45D8-A956-5697EACE8A58}">
      <dgm:prSet/>
      <dgm:spPr/>
      <dgm:t>
        <a:bodyPr/>
        <a:lstStyle/>
        <a:p>
          <a:endParaRPr lang="en-US"/>
        </a:p>
      </dgm:t>
    </dgm:pt>
    <dgm:pt modelId="{1A17893E-CA0A-4DCF-B914-67CF6AA02606}">
      <dgm:prSet/>
      <dgm:spPr/>
      <dgm:t>
        <a:bodyPr/>
        <a:lstStyle/>
        <a:p>
          <a:endParaRPr lang="en-US" dirty="0"/>
        </a:p>
      </dgm:t>
    </dgm:pt>
    <dgm:pt modelId="{26AAA101-E115-4B09-95E5-247F897BFA66}" type="parTrans" cxnId="{DA91CC00-4E71-4A88-8AD7-0531FC8C242A}">
      <dgm:prSet/>
      <dgm:spPr/>
      <dgm:t>
        <a:bodyPr/>
        <a:lstStyle/>
        <a:p>
          <a:endParaRPr lang="en-US"/>
        </a:p>
      </dgm:t>
    </dgm:pt>
    <dgm:pt modelId="{9464E550-FC07-4516-87E9-7B0D4182A354}" type="sibTrans" cxnId="{DA91CC00-4E71-4A88-8AD7-0531FC8C242A}">
      <dgm:prSet/>
      <dgm:spPr/>
      <dgm:t>
        <a:bodyPr/>
        <a:lstStyle/>
        <a:p>
          <a:endParaRPr lang="en-US"/>
        </a:p>
      </dgm:t>
    </dgm:pt>
    <dgm:pt modelId="{092D6FEA-5F58-4E7E-A6AD-610454F8CC8B}">
      <dgm:prSet/>
      <dgm:spPr/>
      <dgm:t>
        <a:bodyPr/>
        <a:lstStyle/>
        <a:p>
          <a:pPr>
            <a:defRPr b="1"/>
          </a:pPr>
          <a:r>
            <a:rPr lang="en-US" dirty="0"/>
            <a:t>Identifying academic and career goals</a:t>
          </a:r>
        </a:p>
      </dgm:t>
    </dgm:pt>
    <dgm:pt modelId="{4130299A-750D-4879-B875-AE2166FAB341}" type="parTrans" cxnId="{3687BCC2-6B78-4C0F-8B7A-3F00C65739CC}">
      <dgm:prSet/>
      <dgm:spPr/>
      <dgm:t>
        <a:bodyPr/>
        <a:lstStyle/>
        <a:p>
          <a:endParaRPr lang="en-US"/>
        </a:p>
      </dgm:t>
    </dgm:pt>
    <dgm:pt modelId="{15B4EDFA-5372-4567-8143-5831C002E3EA}" type="sibTrans" cxnId="{3687BCC2-6B78-4C0F-8B7A-3F00C65739CC}">
      <dgm:prSet/>
      <dgm:spPr/>
      <dgm:t>
        <a:bodyPr/>
        <a:lstStyle/>
        <a:p>
          <a:endParaRPr lang="en-US"/>
        </a:p>
      </dgm:t>
    </dgm:pt>
    <dgm:pt modelId="{9CD4C0E0-37F2-424A-9E75-517C8C21A575}">
      <dgm:prSet/>
      <dgm:spPr/>
      <dgm:t>
        <a:bodyPr/>
        <a:lstStyle/>
        <a:p>
          <a:endParaRPr lang="en-US" dirty="0"/>
        </a:p>
      </dgm:t>
    </dgm:pt>
    <dgm:pt modelId="{C15500EB-A4D7-4CCB-9DF5-9AB9E4727468}" type="parTrans" cxnId="{789A6F39-D714-44A7-83D8-30028FC363FB}">
      <dgm:prSet/>
      <dgm:spPr/>
      <dgm:t>
        <a:bodyPr/>
        <a:lstStyle/>
        <a:p>
          <a:endParaRPr lang="en-US"/>
        </a:p>
      </dgm:t>
    </dgm:pt>
    <dgm:pt modelId="{E3D6AF01-D0DF-4893-8F5A-4957228FA14A}" type="sibTrans" cxnId="{789A6F39-D714-44A7-83D8-30028FC363FB}">
      <dgm:prSet/>
      <dgm:spPr/>
      <dgm:t>
        <a:bodyPr/>
        <a:lstStyle/>
        <a:p>
          <a:endParaRPr lang="en-US"/>
        </a:p>
      </dgm:t>
    </dgm:pt>
    <dgm:pt modelId="{FEBBF471-34B0-45E4-BEC7-97745E30FF0E}">
      <dgm:prSet/>
      <dgm:spPr/>
      <dgm:t>
        <a:bodyPr/>
        <a:lstStyle/>
        <a:p>
          <a:pPr>
            <a:defRPr b="1"/>
          </a:pPr>
          <a:r>
            <a:rPr lang="en-US" dirty="0"/>
            <a:t>Setting up the portfolio</a:t>
          </a:r>
        </a:p>
      </dgm:t>
    </dgm:pt>
    <dgm:pt modelId="{7EDC9DA2-85EF-4CD0-BF90-88E7F633DED2}" type="parTrans" cxnId="{F6C18DBE-A600-4408-8D6F-A4E4D45524C4}">
      <dgm:prSet/>
      <dgm:spPr/>
      <dgm:t>
        <a:bodyPr/>
        <a:lstStyle/>
        <a:p>
          <a:endParaRPr lang="en-US"/>
        </a:p>
      </dgm:t>
    </dgm:pt>
    <dgm:pt modelId="{9FFEBB18-02FC-4599-A327-F74855D027CA}" type="sibTrans" cxnId="{F6C18DBE-A600-4408-8D6F-A4E4D45524C4}">
      <dgm:prSet/>
      <dgm:spPr/>
      <dgm:t>
        <a:bodyPr/>
        <a:lstStyle/>
        <a:p>
          <a:endParaRPr lang="en-US"/>
        </a:p>
      </dgm:t>
    </dgm:pt>
    <dgm:pt modelId="{ECA50F47-0CA5-41AA-AEF9-288A1CDBE16A}">
      <dgm:prSet/>
      <dgm:spPr/>
      <dgm:t>
        <a:bodyPr/>
        <a:lstStyle/>
        <a:p>
          <a:endParaRPr lang="en-US" dirty="0"/>
        </a:p>
      </dgm:t>
    </dgm:pt>
    <dgm:pt modelId="{84D7E2F2-0AAF-4800-86C2-62591C9C57A0}" type="parTrans" cxnId="{90BCA8EA-62F2-4855-AF1F-AEA93A5B9BCD}">
      <dgm:prSet/>
      <dgm:spPr/>
      <dgm:t>
        <a:bodyPr/>
        <a:lstStyle/>
        <a:p>
          <a:endParaRPr lang="en-US"/>
        </a:p>
      </dgm:t>
    </dgm:pt>
    <dgm:pt modelId="{57F4E7A0-4379-4873-9042-61781B9A4659}" type="sibTrans" cxnId="{90BCA8EA-62F2-4855-AF1F-AEA93A5B9BCD}">
      <dgm:prSet/>
      <dgm:spPr/>
      <dgm:t>
        <a:bodyPr/>
        <a:lstStyle/>
        <a:p>
          <a:endParaRPr lang="en-US"/>
        </a:p>
      </dgm:t>
    </dgm:pt>
    <dgm:pt modelId="{305D5649-6393-450E-B6A3-721473EAEB29}" type="pres">
      <dgm:prSet presAssocID="{3F2B73FF-745F-4D04-8160-326C416DDC22}" presName="root" presStyleCnt="0">
        <dgm:presLayoutVars>
          <dgm:chMax/>
          <dgm:chPref/>
          <dgm:animLvl val="lvl"/>
        </dgm:presLayoutVars>
      </dgm:prSet>
      <dgm:spPr/>
    </dgm:pt>
    <dgm:pt modelId="{44EE6CF0-4976-45AF-9D94-0A7945905FA4}" type="pres">
      <dgm:prSet presAssocID="{3F2B73FF-745F-4D04-8160-326C416DDC22}" presName="divider" presStyleLbl="alignAcc1" presStyleIdx="0" presStyleCnt="1"/>
      <dgm:spPr>
        <a:solidFill>
          <a:schemeClr val="dk2">
            <a:alpha val="90000"/>
            <a:hueOff val="0"/>
            <a:satOff val="0"/>
            <a:lumOff val="0"/>
            <a:alphaOff val="0"/>
          </a:schemeClr>
        </a:solidFill>
        <a:ln w="12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 w="med" len="med"/>
        </a:ln>
        <a:effectLst/>
      </dgm:spPr>
    </dgm:pt>
    <dgm:pt modelId="{D0F2AC55-404F-410B-B04B-0D3A7C2A8B92}" type="pres">
      <dgm:prSet presAssocID="{3F2B73FF-745F-4D04-8160-326C416DDC22}" presName="nodes" presStyleCnt="0">
        <dgm:presLayoutVars>
          <dgm:chMax/>
          <dgm:chPref/>
          <dgm:animLvl val="lvl"/>
        </dgm:presLayoutVars>
      </dgm:prSet>
      <dgm:spPr/>
    </dgm:pt>
    <dgm:pt modelId="{FD625EC8-22D7-4571-8CA6-C94D1BD361D8}" type="pres">
      <dgm:prSet presAssocID="{2B6852A6-61EE-4210-B51B-B32992E77862}" presName="composite" presStyleCnt="0"/>
      <dgm:spPr/>
    </dgm:pt>
    <dgm:pt modelId="{B299BCE0-FC73-4EB5-8554-175A871B211F}" type="pres">
      <dgm:prSet presAssocID="{2B6852A6-61EE-4210-B51B-B32992E77862}" presName="ConnectorPoint" presStyleLbl="lnNode1" presStyleIdx="0" presStyleCnt="5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CB4DFA03-A384-49BC-ABB6-FEA197EDD1B4}" type="pres">
      <dgm:prSet presAssocID="{2B6852A6-61EE-4210-B51B-B32992E77862}" presName="DropPinPlaceHolder" presStyleCnt="0"/>
      <dgm:spPr/>
    </dgm:pt>
    <dgm:pt modelId="{072D4E20-881B-496D-B786-B4D1B0D935B4}" type="pres">
      <dgm:prSet presAssocID="{2B6852A6-61EE-4210-B51B-B32992E77862}" presName="DropPin" presStyleLbl="alignNode1" presStyleIdx="0" presStyleCnt="10"/>
      <dgm:spPr/>
    </dgm:pt>
    <dgm:pt modelId="{04255DFC-F87F-484E-8E55-400BE083959F}" type="pres">
      <dgm:prSet presAssocID="{2B6852A6-61EE-4210-B51B-B32992E77862}" presName="Ellipse" presStyleLbl="fgAcc1" presStyleIdx="0" presStyleCnt="5"/>
      <dgm:spPr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gm:spPr>
    </dgm:pt>
    <dgm:pt modelId="{FAC72EE4-EB90-442A-BD51-30C0A9E68E21}" type="pres">
      <dgm:prSet presAssocID="{2B6852A6-61EE-4210-B51B-B32992E77862}" presName="L2TextContainer" presStyleLbl="revTx" presStyleIdx="0" presStyleCnt="5">
        <dgm:presLayoutVars>
          <dgm:bulletEnabled val="1"/>
        </dgm:presLayoutVars>
      </dgm:prSet>
      <dgm:spPr/>
    </dgm:pt>
    <dgm:pt modelId="{EF13219E-86AA-418B-A2CA-B2DE8C195054}" type="pres">
      <dgm:prSet presAssocID="{2B6852A6-61EE-4210-B51B-B32992E77862}" presName="L1TextContainer" presStyleLbl="alignNode1" presStyleIdx="1" presStyleCnt="10">
        <dgm:presLayoutVars>
          <dgm:chMax val="1"/>
          <dgm:chPref val="1"/>
          <dgm:bulletEnabled val="1"/>
        </dgm:presLayoutVars>
      </dgm:prSet>
      <dgm:spPr/>
    </dgm:pt>
    <dgm:pt modelId="{BE2AEE73-F8C8-41D2-9D1D-C5ECEAFAE6B2}" type="pres">
      <dgm:prSet presAssocID="{2B6852A6-61EE-4210-B51B-B32992E77862}" presName="ConnectLine" presStyleLbl="sibTrans1D1" presStyleIdx="0" presStyleCnt="5"/>
      <dgm:spPr/>
    </dgm:pt>
    <dgm:pt modelId="{170EA189-522F-4A5F-B9A1-EDA48C16A10A}" type="pres">
      <dgm:prSet presAssocID="{2B6852A6-61EE-4210-B51B-B32992E77862}" presName="EmptyPlaceHolder" presStyleCnt="0"/>
      <dgm:spPr/>
    </dgm:pt>
    <dgm:pt modelId="{8A98FED1-DEB1-4F0B-8F6C-18233C894246}" type="pres">
      <dgm:prSet presAssocID="{0F4D75B9-6E84-4806-8C57-64BFC4DB94D6}" presName="spaceBetweenRectangles" presStyleCnt="0"/>
      <dgm:spPr/>
    </dgm:pt>
    <dgm:pt modelId="{564BED9A-3504-42F9-85A2-C442E774441B}" type="pres">
      <dgm:prSet presAssocID="{82736982-980C-45A0-90B4-E152F49811BC}" presName="composite" presStyleCnt="0"/>
      <dgm:spPr/>
    </dgm:pt>
    <dgm:pt modelId="{D1190BCB-41F3-4033-AE0E-4FF506AD73C1}" type="pres">
      <dgm:prSet presAssocID="{82736982-980C-45A0-90B4-E152F49811BC}" presName="ConnectorPoint" presStyleLbl="lnNode1" presStyleIdx="1" presStyleCnt="5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C4DE45C1-D0AF-4076-9744-5AC874CCC876}" type="pres">
      <dgm:prSet presAssocID="{82736982-980C-45A0-90B4-E152F49811BC}" presName="DropPinPlaceHolder" presStyleCnt="0"/>
      <dgm:spPr/>
    </dgm:pt>
    <dgm:pt modelId="{9FA0097B-760D-41EC-A71D-59126345BE1D}" type="pres">
      <dgm:prSet presAssocID="{82736982-980C-45A0-90B4-E152F49811BC}" presName="DropPin" presStyleLbl="alignNode1" presStyleIdx="2" presStyleCnt="10"/>
      <dgm:spPr/>
    </dgm:pt>
    <dgm:pt modelId="{E555CF5E-9036-4719-9A34-89519B278261}" type="pres">
      <dgm:prSet presAssocID="{82736982-980C-45A0-90B4-E152F49811BC}" presName="Ellipse" presStyleLbl="fgAcc1" presStyleIdx="1" presStyleCnt="5"/>
      <dgm:spPr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gm:spPr>
    </dgm:pt>
    <dgm:pt modelId="{55305873-9CB0-43CD-A7E2-62CAC14CB755}" type="pres">
      <dgm:prSet presAssocID="{82736982-980C-45A0-90B4-E152F49811BC}" presName="L2TextContainer" presStyleLbl="revTx" presStyleIdx="1" presStyleCnt="5">
        <dgm:presLayoutVars>
          <dgm:bulletEnabled val="1"/>
        </dgm:presLayoutVars>
      </dgm:prSet>
      <dgm:spPr/>
    </dgm:pt>
    <dgm:pt modelId="{A3EA35DA-AA6C-4E85-80AC-D2F8E1339CF3}" type="pres">
      <dgm:prSet presAssocID="{82736982-980C-45A0-90B4-E152F49811BC}" presName="L1TextContainer" presStyleLbl="alignNode1" presStyleIdx="3" presStyleCnt="10">
        <dgm:presLayoutVars>
          <dgm:chMax val="1"/>
          <dgm:chPref val="1"/>
          <dgm:bulletEnabled val="1"/>
        </dgm:presLayoutVars>
      </dgm:prSet>
      <dgm:spPr/>
    </dgm:pt>
    <dgm:pt modelId="{4B238F27-5F33-45F3-A094-5C65F527BE73}" type="pres">
      <dgm:prSet presAssocID="{82736982-980C-45A0-90B4-E152F49811BC}" presName="ConnectLine" presStyleLbl="sibTrans1D1" presStyleIdx="1" presStyleCnt="5"/>
      <dgm:spPr/>
    </dgm:pt>
    <dgm:pt modelId="{F0126CE8-85CF-4BE5-81FF-41118524F44A}" type="pres">
      <dgm:prSet presAssocID="{82736982-980C-45A0-90B4-E152F49811BC}" presName="EmptyPlaceHolder" presStyleCnt="0"/>
      <dgm:spPr/>
    </dgm:pt>
    <dgm:pt modelId="{C0D1610D-8B6F-4CF3-A617-87D516C42706}" type="pres">
      <dgm:prSet presAssocID="{567554B4-E843-4033-925A-8ED51DE40533}" presName="spaceBetweenRectangles" presStyleCnt="0"/>
      <dgm:spPr/>
    </dgm:pt>
    <dgm:pt modelId="{C3C13F46-5008-4B71-A68B-1472D16D137A}" type="pres">
      <dgm:prSet presAssocID="{5A7C1E27-8CF3-489E-B119-960B9AA8464F}" presName="composite" presStyleCnt="0"/>
      <dgm:spPr/>
    </dgm:pt>
    <dgm:pt modelId="{106B27D0-9937-4B1D-95AD-3AB3B124D61F}" type="pres">
      <dgm:prSet presAssocID="{5A7C1E27-8CF3-489E-B119-960B9AA8464F}" presName="ConnectorPoint" presStyleLbl="lnNode1" presStyleIdx="2" presStyleCnt="5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61DBC737-9838-494E-BBE7-CE8AF8F36760}" type="pres">
      <dgm:prSet presAssocID="{5A7C1E27-8CF3-489E-B119-960B9AA8464F}" presName="DropPinPlaceHolder" presStyleCnt="0"/>
      <dgm:spPr/>
    </dgm:pt>
    <dgm:pt modelId="{25C8B48C-3726-4D21-9D67-ED388126863A}" type="pres">
      <dgm:prSet presAssocID="{5A7C1E27-8CF3-489E-B119-960B9AA8464F}" presName="DropPin" presStyleLbl="alignNode1" presStyleIdx="4" presStyleCnt="10"/>
      <dgm:spPr/>
    </dgm:pt>
    <dgm:pt modelId="{A76A7C23-5606-4F4B-B8D6-619E2C365C9B}" type="pres">
      <dgm:prSet presAssocID="{5A7C1E27-8CF3-489E-B119-960B9AA8464F}" presName="Ellipse" presStyleLbl="fgAcc1" presStyleIdx="2" presStyleCnt="5"/>
      <dgm:spPr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gm:spPr>
    </dgm:pt>
    <dgm:pt modelId="{3D984439-0EEA-4B90-BFF8-CA4D50F57531}" type="pres">
      <dgm:prSet presAssocID="{5A7C1E27-8CF3-489E-B119-960B9AA8464F}" presName="L2TextContainer" presStyleLbl="revTx" presStyleIdx="2" presStyleCnt="5">
        <dgm:presLayoutVars>
          <dgm:bulletEnabled val="1"/>
        </dgm:presLayoutVars>
      </dgm:prSet>
      <dgm:spPr/>
    </dgm:pt>
    <dgm:pt modelId="{D93EB3A2-97A0-4110-B5A3-3F87A611F917}" type="pres">
      <dgm:prSet presAssocID="{5A7C1E27-8CF3-489E-B119-960B9AA8464F}" presName="L1TextContainer" presStyleLbl="alignNode1" presStyleIdx="5" presStyleCnt="10" custLinFactNeighborX="605">
        <dgm:presLayoutVars>
          <dgm:chMax val="1"/>
          <dgm:chPref val="1"/>
          <dgm:bulletEnabled val="1"/>
        </dgm:presLayoutVars>
      </dgm:prSet>
      <dgm:spPr/>
    </dgm:pt>
    <dgm:pt modelId="{C6262DEC-B4FF-46A1-9FC9-99C4B35CD456}" type="pres">
      <dgm:prSet presAssocID="{5A7C1E27-8CF3-489E-B119-960B9AA8464F}" presName="ConnectLine" presStyleLbl="sibTrans1D1" presStyleIdx="2" presStyleCnt="5"/>
      <dgm:spPr/>
    </dgm:pt>
    <dgm:pt modelId="{CE5FD362-B291-428B-8BFC-8E87FC4162E1}" type="pres">
      <dgm:prSet presAssocID="{5A7C1E27-8CF3-489E-B119-960B9AA8464F}" presName="EmptyPlaceHolder" presStyleCnt="0"/>
      <dgm:spPr/>
    </dgm:pt>
    <dgm:pt modelId="{1D4F1BAC-2017-4934-94B1-33DB5EDA5453}" type="pres">
      <dgm:prSet presAssocID="{32EA3B52-C6AD-4B18-951C-461D785BCCAF}" presName="spaceBetweenRectangles" presStyleCnt="0"/>
      <dgm:spPr/>
    </dgm:pt>
    <dgm:pt modelId="{A23541FB-CD0F-4585-8D38-09E49AEE318F}" type="pres">
      <dgm:prSet presAssocID="{092D6FEA-5F58-4E7E-A6AD-610454F8CC8B}" presName="composite" presStyleCnt="0"/>
      <dgm:spPr/>
    </dgm:pt>
    <dgm:pt modelId="{905C407A-4388-4548-8165-8B4E8D516ABD}" type="pres">
      <dgm:prSet presAssocID="{092D6FEA-5F58-4E7E-A6AD-610454F8CC8B}" presName="ConnectorPoint" presStyleLbl="lnNode1" presStyleIdx="3" presStyleCnt="5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91979A86-1EA9-4172-A0ED-115BFE344BC1}" type="pres">
      <dgm:prSet presAssocID="{092D6FEA-5F58-4E7E-A6AD-610454F8CC8B}" presName="DropPinPlaceHolder" presStyleCnt="0"/>
      <dgm:spPr/>
    </dgm:pt>
    <dgm:pt modelId="{856540AA-1E2B-4EFB-A6AF-4948221D6603}" type="pres">
      <dgm:prSet presAssocID="{092D6FEA-5F58-4E7E-A6AD-610454F8CC8B}" presName="DropPin" presStyleLbl="alignNode1" presStyleIdx="6" presStyleCnt="10"/>
      <dgm:spPr/>
    </dgm:pt>
    <dgm:pt modelId="{1B909E15-F4DB-4D2E-8F2B-BB2ADB6C2866}" type="pres">
      <dgm:prSet presAssocID="{092D6FEA-5F58-4E7E-A6AD-610454F8CC8B}" presName="Ellipse" presStyleLbl="fgAcc1" presStyleIdx="3" presStyleCnt="5"/>
      <dgm:spPr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gm:spPr>
    </dgm:pt>
    <dgm:pt modelId="{0225CCEF-8A4E-4EB0-AAB1-9ECDA36BA42F}" type="pres">
      <dgm:prSet presAssocID="{092D6FEA-5F58-4E7E-A6AD-610454F8CC8B}" presName="L2TextContainer" presStyleLbl="revTx" presStyleIdx="3" presStyleCnt="5">
        <dgm:presLayoutVars>
          <dgm:bulletEnabled val="1"/>
        </dgm:presLayoutVars>
      </dgm:prSet>
      <dgm:spPr/>
    </dgm:pt>
    <dgm:pt modelId="{40B5908C-1194-4257-94BC-0D6B4783F054}" type="pres">
      <dgm:prSet presAssocID="{092D6FEA-5F58-4E7E-A6AD-610454F8CC8B}" presName="L1TextContainer" presStyleLbl="alignNode1" presStyleIdx="7" presStyleCnt="10">
        <dgm:presLayoutVars>
          <dgm:chMax val="1"/>
          <dgm:chPref val="1"/>
          <dgm:bulletEnabled val="1"/>
        </dgm:presLayoutVars>
      </dgm:prSet>
      <dgm:spPr/>
    </dgm:pt>
    <dgm:pt modelId="{C07DEB8E-975B-4336-A938-F8323E68488E}" type="pres">
      <dgm:prSet presAssocID="{092D6FEA-5F58-4E7E-A6AD-610454F8CC8B}" presName="ConnectLine" presStyleLbl="sibTrans1D1" presStyleIdx="3" presStyleCnt="5"/>
      <dgm:spPr/>
    </dgm:pt>
    <dgm:pt modelId="{0BA057EF-E60B-4AB0-A232-75409FD846C0}" type="pres">
      <dgm:prSet presAssocID="{092D6FEA-5F58-4E7E-A6AD-610454F8CC8B}" presName="EmptyPlaceHolder" presStyleCnt="0"/>
      <dgm:spPr/>
    </dgm:pt>
    <dgm:pt modelId="{D238F392-0A9F-409A-B4D0-3E2229DFFDD5}" type="pres">
      <dgm:prSet presAssocID="{15B4EDFA-5372-4567-8143-5831C002E3EA}" presName="spaceBetweenRectangles" presStyleCnt="0"/>
      <dgm:spPr/>
    </dgm:pt>
    <dgm:pt modelId="{07E926C0-4C92-40A7-A617-67EBD730B72E}" type="pres">
      <dgm:prSet presAssocID="{FEBBF471-34B0-45E4-BEC7-97745E30FF0E}" presName="composite" presStyleCnt="0"/>
      <dgm:spPr/>
    </dgm:pt>
    <dgm:pt modelId="{AFBAF3A5-678E-4665-95C6-A515181B80FC}" type="pres">
      <dgm:prSet presAssocID="{FEBBF471-34B0-45E4-BEC7-97745E30FF0E}" presName="ConnectorPoint" presStyleLbl="lnNode1" presStyleIdx="4" presStyleCnt="5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CAB6B1F7-3CF9-4EA0-BCA7-19B094764E74}" type="pres">
      <dgm:prSet presAssocID="{FEBBF471-34B0-45E4-BEC7-97745E30FF0E}" presName="DropPinPlaceHolder" presStyleCnt="0"/>
      <dgm:spPr/>
    </dgm:pt>
    <dgm:pt modelId="{7E2F8AA3-8115-414B-B577-ED4C17E63387}" type="pres">
      <dgm:prSet presAssocID="{FEBBF471-34B0-45E4-BEC7-97745E30FF0E}" presName="DropPin" presStyleLbl="alignNode1" presStyleIdx="8" presStyleCnt="10"/>
      <dgm:spPr/>
    </dgm:pt>
    <dgm:pt modelId="{35480AAB-7D53-4CB1-B363-973765734911}" type="pres">
      <dgm:prSet presAssocID="{FEBBF471-34B0-45E4-BEC7-97745E30FF0E}" presName="Ellipse" presStyleLbl="fgAcc1" presStyleIdx="4" presStyleCnt="5"/>
      <dgm:spPr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gm:spPr>
    </dgm:pt>
    <dgm:pt modelId="{F3EC42AC-366D-447A-9CD5-63731CFF3229}" type="pres">
      <dgm:prSet presAssocID="{FEBBF471-34B0-45E4-BEC7-97745E30FF0E}" presName="L2TextContainer" presStyleLbl="revTx" presStyleIdx="4" presStyleCnt="5">
        <dgm:presLayoutVars>
          <dgm:bulletEnabled val="1"/>
        </dgm:presLayoutVars>
      </dgm:prSet>
      <dgm:spPr/>
    </dgm:pt>
    <dgm:pt modelId="{886FBCD9-4999-478D-AEFA-1C043D3DB9D6}" type="pres">
      <dgm:prSet presAssocID="{FEBBF471-34B0-45E4-BEC7-97745E30FF0E}" presName="L1TextContainer" presStyleLbl="alignNode1" presStyleIdx="9" presStyleCnt="10">
        <dgm:presLayoutVars>
          <dgm:chMax val="1"/>
          <dgm:chPref val="1"/>
          <dgm:bulletEnabled val="1"/>
        </dgm:presLayoutVars>
      </dgm:prSet>
      <dgm:spPr/>
    </dgm:pt>
    <dgm:pt modelId="{C8FA7F13-98CC-4377-838B-9EC5552DE174}" type="pres">
      <dgm:prSet presAssocID="{FEBBF471-34B0-45E4-BEC7-97745E30FF0E}" presName="ConnectLine" presStyleLbl="sibTrans1D1" presStyleIdx="4" presStyleCnt="5"/>
      <dgm:spPr/>
    </dgm:pt>
    <dgm:pt modelId="{92E78B1C-1BCD-4629-A669-1E8A1CA47BE6}" type="pres">
      <dgm:prSet presAssocID="{FEBBF471-34B0-45E4-BEC7-97745E30FF0E}" presName="EmptyPlaceHolder" presStyleCnt="0"/>
      <dgm:spPr/>
    </dgm:pt>
  </dgm:ptLst>
  <dgm:cxnLst>
    <dgm:cxn modelId="{DA91CC00-4E71-4A88-8AD7-0531FC8C242A}" srcId="{5A7C1E27-8CF3-489E-B119-960B9AA8464F}" destId="{1A17893E-CA0A-4DCF-B914-67CF6AA02606}" srcOrd="0" destOrd="0" parTransId="{26AAA101-E115-4B09-95E5-247F897BFA66}" sibTransId="{9464E550-FC07-4516-87E9-7B0D4182A354}"/>
    <dgm:cxn modelId="{81E7FE1D-920D-43DE-943E-8EEF270774FB}" type="presOf" srcId="{321E63E6-0A41-4282-A65D-C828C3B6F643}" destId="{55305873-9CB0-43CD-A7E2-62CAC14CB755}" srcOrd="0" destOrd="0" presId="urn:microsoft.com/office/officeart/2024/3/layout/SimpleTimelineDefaultVariant"/>
    <dgm:cxn modelId="{E29ACD33-8BE2-4734-82B8-6AC643052B58}" srcId="{3F2B73FF-745F-4D04-8160-326C416DDC22}" destId="{82736982-980C-45A0-90B4-E152F49811BC}" srcOrd="1" destOrd="0" parTransId="{F9B0C865-40E1-493F-B286-A3BA42184A43}" sibTransId="{567554B4-E843-4033-925A-8ED51DE40533}"/>
    <dgm:cxn modelId="{789A6F39-D714-44A7-83D8-30028FC363FB}" srcId="{092D6FEA-5F58-4E7E-A6AD-610454F8CC8B}" destId="{9CD4C0E0-37F2-424A-9E75-517C8C21A575}" srcOrd="0" destOrd="0" parTransId="{C15500EB-A4D7-4CCB-9DF5-9AB9E4727468}" sibTransId="{E3D6AF01-D0DF-4893-8F5A-4957228FA14A}"/>
    <dgm:cxn modelId="{24013F5B-4AA9-4E98-BF55-1B1B54BCE326}" srcId="{3F2B73FF-745F-4D04-8160-326C416DDC22}" destId="{2B6852A6-61EE-4210-B51B-B32992E77862}" srcOrd="0" destOrd="0" parTransId="{C1E4C4E0-5F6C-4DC6-9B41-F9920BE92096}" sibTransId="{0F4D75B9-6E84-4806-8C57-64BFC4DB94D6}"/>
    <dgm:cxn modelId="{81033545-0474-4BC0-BC7E-0A9612CA13C2}" srcId="{82736982-980C-45A0-90B4-E152F49811BC}" destId="{321E63E6-0A41-4282-A65D-C828C3B6F643}" srcOrd="0" destOrd="0" parTransId="{BF097F2D-BCD6-4822-97C9-01066F385DDE}" sibTransId="{BBB9F95F-0845-4D6D-BE31-DAA23DD964B2}"/>
    <dgm:cxn modelId="{146B8E51-451F-4E13-B7E4-A9A46372D500}" type="presOf" srcId="{3F2B73FF-745F-4D04-8160-326C416DDC22}" destId="{305D5649-6393-450E-B6A3-721473EAEB29}" srcOrd="0" destOrd="0" presId="urn:microsoft.com/office/officeart/2024/3/layout/SimpleTimelineDefaultVariant"/>
    <dgm:cxn modelId="{7D480C74-D05F-43C1-915A-2776210B08A6}" type="presOf" srcId="{82736982-980C-45A0-90B4-E152F49811BC}" destId="{A3EA35DA-AA6C-4E85-80AC-D2F8E1339CF3}" srcOrd="0" destOrd="0" presId="urn:microsoft.com/office/officeart/2024/3/layout/SimpleTimelineDefaultVariant"/>
    <dgm:cxn modelId="{B8AD7875-5F0B-4F59-A93D-38046B527A7D}" type="presOf" srcId="{0D753964-53AA-4BFB-A366-D0B0D987B374}" destId="{FAC72EE4-EB90-442A-BD51-30C0A9E68E21}" srcOrd="0" destOrd="0" presId="urn:microsoft.com/office/officeart/2024/3/layout/SimpleTimelineDefaultVariant"/>
    <dgm:cxn modelId="{755AD97E-742C-4665-97C6-0A5B3FFCA2B5}" type="presOf" srcId="{9CD4C0E0-37F2-424A-9E75-517C8C21A575}" destId="{0225CCEF-8A4E-4EB0-AAB1-9ECDA36BA42F}" srcOrd="0" destOrd="0" presId="urn:microsoft.com/office/officeart/2024/3/layout/SimpleTimelineDefaultVariant"/>
    <dgm:cxn modelId="{AC4B039E-1F48-4584-BE61-33443B17BC72}" type="presOf" srcId="{FEBBF471-34B0-45E4-BEC7-97745E30FF0E}" destId="{886FBCD9-4999-478D-AEFA-1C043D3DB9D6}" srcOrd="0" destOrd="0" presId="urn:microsoft.com/office/officeart/2024/3/layout/SimpleTimelineDefaultVariant"/>
    <dgm:cxn modelId="{1E0A0B9E-CACB-45D8-A956-5697EACE8A58}" srcId="{3F2B73FF-745F-4D04-8160-326C416DDC22}" destId="{5A7C1E27-8CF3-489E-B119-960B9AA8464F}" srcOrd="2" destOrd="0" parTransId="{A9081BF4-8EF0-44F5-93D9-C215CCFBD656}" sibTransId="{32EA3B52-C6AD-4B18-951C-461D785BCCAF}"/>
    <dgm:cxn modelId="{71F4439F-7263-4303-8C9D-4C23030F9B55}" type="presOf" srcId="{5A7C1E27-8CF3-489E-B119-960B9AA8464F}" destId="{D93EB3A2-97A0-4110-B5A3-3F87A611F917}" srcOrd="0" destOrd="0" presId="urn:microsoft.com/office/officeart/2024/3/layout/SimpleTimelineDefaultVariant"/>
    <dgm:cxn modelId="{600A19B5-BA28-408C-B851-38A8AEE03E77}" type="presOf" srcId="{1A17893E-CA0A-4DCF-B914-67CF6AA02606}" destId="{3D984439-0EEA-4B90-BFF8-CA4D50F57531}" srcOrd="0" destOrd="0" presId="urn:microsoft.com/office/officeart/2024/3/layout/SimpleTimelineDefaultVariant"/>
    <dgm:cxn modelId="{858A0CB6-A515-40D8-B0F7-0BEF73D290E7}" type="presOf" srcId="{ECA50F47-0CA5-41AA-AEF9-288A1CDBE16A}" destId="{F3EC42AC-366D-447A-9CD5-63731CFF3229}" srcOrd="0" destOrd="0" presId="urn:microsoft.com/office/officeart/2024/3/layout/SimpleTimelineDefaultVariant"/>
    <dgm:cxn modelId="{F6C18DBE-A600-4408-8D6F-A4E4D45524C4}" srcId="{3F2B73FF-745F-4D04-8160-326C416DDC22}" destId="{FEBBF471-34B0-45E4-BEC7-97745E30FF0E}" srcOrd="4" destOrd="0" parTransId="{7EDC9DA2-85EF-4CD0-BF90-88E7F633DED2}" sibTransId="{9FFEBB18-02FC-4599-A327-F74855D027CA}"/>
    <dgm:cxn modelId="{3687BCC2-6B78-4C0F-8B7A-3F00C65739CC}" srcId="{3F2B73FF-745F-4D04-8160-326C416DDC22}" destId="{092D6FEA-5F58-4E7E-A6AD-610454F8CC8B}" srcOrd="3" destOrd="0" parTransId="{4130299A-750D-4879-B875-AE2166FAB341}" sibTransId="{15B4EDFA-5372-4567-8143-5831C002E3EA}"/>
    <dgm:cxn modelId="{8BFCD9C2-E52A-4D56-B741-163434CB6B32}" type="presOf" srcId="{092D6FEA-5F58-4E7E-A6AD-610454F8CC8B}" destId="{40B5908C-1194-4257-94BC-0D6B4783F054}" srcOrd="0" destOrd="0" presId="urn:microsoft.com/office/officeart/2024/3/layout/SimpleTimelineDefaultVariant"/>
    <dgm:cxn modelId="{90BCA8EA-62F2-4855-AF1F-AEA93A5B9BCD}" srcId="{FEBBF471-34B0-45E4-BEC7-97745E30FF0E}" destId="{ECA50F47-0CA5-41AA-AEF9-288A1CDBE16A}" srcOrd="0" destOrd="0" parTransId="{84D7E2F2-0AAF-4800-86C2-62591C9C57A0}" sibTransId="{57F4E7A0-4379-4873-9042-61781B9A4659}"/>
    <dgm:cxn modelId="{13AF1CF5-15D8-420A-AA7A-F6740165F797}" type="presOf" srcId="{2B6852A6-61EE-4210-B51B-B32992E77862}" destId="{EF13219E-86AA-418B-A2CA-B2DE8C195054}" srcOrd="0" destOrd="0" presId="urn:microsoft.com/office/officeart/2024/3/layout/SimpleTimelineDefaultVariant"/>
    <dgm:cxn modelId="{7E57F6FD-C70D-474E-B840-11477193ADC1}" srcId="{2B6852A6-61EE-4210-B51B-B32992E77862}" destId="{0D753964-53AA-4BFB-A366-D0B0D987B374}" srcOrd="0" destOrd="0" parTransId="{AB5A1ED9-06BD-4457-9299-49577358F5EE}" sibTransId="{89ECDD7D-5AEF-450E-A797-CC52EB262E45}"/>
    <dgm:cxn modelId="{A1C27DC6-37F5-47CC-BC70-01A113FDD1A7}" type="presParOf" srcId="{305D5649-6393-450E-B6A3-721473EAEB29}" destId="{44EE6CF0-4976-45AF-9D94-0A7945905FA4}" srcOrd="0" destOrd="0" presId="urn:microsoft.com/office/officeart/2024/3/layout/SimpleTimelineDefaultVariant"/>
    <dgm:cxn modelId="{A15F28A8-3628-4EB5-BBD1-BE9B8DF8F661}" type="presParOf" srcId="{305D5649-6393-450E-B6A3-721473EAEB29}" destId="{D0F2AC55-404F-410B-B04B-0D3A7C2A8B92}" srcOrd="1" destOrd="0" presId="urn:microsoft.com/office/officeart/2024/3/layout/SimpleTimelineDefaultVariant"/>
    <dgm:cxn modelId="{0B64DA0E-A93D-42C4-980C-0D0B1612FFD4}" type="presParOf" srcId="{D0F2AC55-404F-410B-B04B-0D3A7C2A8B92}" destId="{FD625EC8-22D7-4571-8CA6-C94D1BD361D8}" srcOrd="0" destOrd="0" presId="urn:microsoft.com/office/officeart/2024/3/layout/SimpleTimelineDefaultVariant"/>
    <dgm:cxn modelId="{2ECA730B-2419-4841-8F78-C0D43DD3BD52}" type="presParOf" srcId="{FD625EC8-22D7-4571-8CA6-C94D1BD361D8}" destId="{B299BCE0-FC73-4EB5-8554-175A871B211F}" srcOrd="0" destOrd="0" presId="urn:microsoft.com/office/officeart/2024/3/layout/SimpleTimelineDefaultVariant"/>
    <dgm:cxn modelId="{FA0DB7B8-7F4C-4B47-B2C1-F041125440A5}" type="presParOf" srcId="{FD625EC8-22D7-4571-8CA6-C94D1BD361D8}" destId="{CB4DFA03-A384-49BC-ABB6-FEA197EDD1B4}" srcOrd="1" destOrd="0" presId="urn:microsoft.com/office/officeart/2024/3/layout/SimpleTimelineDefaultVariant"/>
    <dgm:cxn modelId="{25C94404-9B55-4F73-8863-D12530C487C1}" type="presParOf" srcId="{CB4DFA03-A384-49BC-ABB6-FEA197EDD1B4}" destId="{072D4E20-881B-496D-B786-B4D1B0D935B4}" srcOrd="0" destOrd="0" presId="urn:microsoft.com/office/officeart/2024/3/layout/SimpleTimelineDefaultVariant"/>
    <dgm:cxn modelId="{DEC43C6B-7692-4E42-8A9A-D17F160D89FE}" type="presParOf" srcId="{CB4DFA03-A384-49BC-ABB6-FEA197EDD1B4}" destId="{04255DFC-F87F-484E-8E55-400BE083959F}" srcOrd="1" destOrd="0" presId="urn:microsoft.com/office/officeart/2024/3/layout/SimpleTimelineDefaultVariant"/>
    <dgm:cxn modelId="{F58B6097-653F-4AC9-BFC4-268B511C788A}" type="presParOf" srcId="{FD625EC8-22D7-4571-8CA6-C94D1BD361D8}" destId="{FAC72EE4-EB90-442A-BD51-30C0A9E68E21}" srcOrd="2" destOrd="0" presId="urn:microsoft.com/office/officeart/2024/3/layout/SimpleTimelineDefaultVariant"/>
    <dgm:cxn modelId="{0DC18304-8611-4313-A479-9A3666762D90}" type="presParOf" srcId="{FD625EC8-22D7-4571-8CA6-C94D1BD361D8}" destId="{EF13219E-86AA-418B-A2CA-B2DE8C195054}" srcOrd="3" destOrd="0" presId="urn:microsoft.com/office/officeart/2024/3/layout/SimpleTimelineDefaultVariant"/>
    <dgm:cxn modelId="{A41355F7-1B27-4434-9E10-149906E07E43}" type="presParOf" srcId="{FD625EC8-22D7-4571-8CA6-C94D1BD361D8}" destId="{BE2AEE73-F8C8-41D2-9D1D-C5ECEAFAE6B2}" srcOrd="4" destOrd="0" presId="urn:microsoft.com/office/officeart/2024/3/layout/SimpleTimelineDefaultVariant"/>
    <dgm:cxn modelId="{2D3B3001-9B5F-4BF5-A335-970D5A6467D8}" type="presParOf" srcId="{FD625EC8-22D7-4571-8CA6-C94D1BD361D8}" destId="{170EA189-522F-4A5F-B9A1-EDA48C16A10A}" srcOrd="5" destOrd="0" presId="urn:microsoft.com/office/officeart/2024/3/layout/SimpleTimelineDefaultVariant"/>
    <dgm:cxn modelId="{3E4123B3-B04C-4668-9720-071E9BACD02F}" type="presParOf" srcId="{D0F2AC55-404F-410B-B04B-0D3A7C2A8B92}" destId="{8A98FED1-DEB1-4F0B-8F6C-18233C894246}" srcOrd="1" destOrd="0" presId="urn:microsoft.com/office/officeart/2024/3/layout/SimpleTimelineDefaultVariant"/>
    <dgm:cxn modelId="{687B69BA-9C83-4DE6-A311-77FF26F37D15}" type="presParOf" srcId="{D0F2AC55-404F-410B-B04B-0D3A7C2A8B92}" destId="{564BED9A-3504-42F9-85A2-C442E774441B}" srcOrd="2" destOrd="0" presId="urn:microsoft.com/office/officeart/2024/3/layout/SimpleTimelineDefaultVariant"/>
    <dgm:cxn modelId="{04FE9565-1DCC-467F-A74B-0DD53DFF5CBF}" type="presParOf" srcId="{564BED9A-3504-42F9-85A2-C442E774441B}" destId="{D1190BCB-41F3-4033-AE0E-4FF506AD73C1}" srcOrd="0" destOrd="0" presId="urn:microsoft.com/office/officeart/2024/3/layout/SimpleTimelineDefaultVariant"/>
    <dgm:cxn modelId="{D2DF4B5F-C914-4977-BA01-21C03CDF8BC0}" type="presParOf" srcId="{564BED9A-3504-42F9-85A2-C442E774441B}" destId="{C4DE45C1-D0AF-4076-9744-5AC874CCC876}" srcOrd="1" destOrd="0" presId="urn:microsoft.com/office/officeart/2024/3/layout/SimpleTimelineDefaultVariant"/>
    <dgm:cxn modelId="{6B6206A7-BD5C-405C-8613-05B06C3C3D3A}" type="presParOf" srcId="{C4DE45C1-D0AF-4076-9744-5AC874CCC876}" destId="{9FA0097B-760D-41EC-A71D-59126345BE1D}" srcOrd="0" destOrd="0" presId="urn:microsoft.com/office/officeart/2024/3/layout/SimpleTimelineDefaultVariant"/>
    <dgm:cxn modelId="{482AD15E-E13A-4338-A081-22E17DA97A17}" type="presParOf" srcId="{C4DE45C1-D0AF-4076-9744-5AC874CCC876}" destId="{E555CF5E-9036-4719-9A34-89519B278261}" srcOrd="1" destOrd="0" presId="urn:microsoft.com/office/officeart/2024/3/layout/SimpleTimelineDefaultVariant"/>
    <dgm:cxn modelId="{6F62C79E-9D5E-4C44-958C-7533125E5992}" type="presParOf" srcId="{564BED9A-3504-42F9-85A2-C442E774441B}" destId="{55305873-9CB0-43CD-A7E2-62CAC14CB755}" srcOrd="2" destOrd="0" presId="urn:microsoft.com/office/officeart/2024/3/layout/SimpleTimelineDefaultVariant"/>
    <dgm:cxn modelId="{C3C951A1-5882-493E-AAC5-B8CD711F50A9}" type="presParOf" srcId="{564BED9A-3504-42F9-85A2-C442E774441B}" destId="{A3EA35DA-AA6C-4E85-80AC-D2F8E1339CF3}" srcOrd="3" destOrd="0" presId="urn:microsoft.com/office/officeart/2024/3/layout/SimpleTimelineDefaultVariant"/>
    <dgm:cxn modelId="{DB77A992-90DE-4E3A-8E42-93DE482DC87F}" type="presParOf" srcId="{564BED9A-3504-42F9-85A2-C442E774441B}" destId="{4B238F27-5F33-45F3-A094-5C65F527BE73}" srcOrd="4" destOrd="0" presId="urn:microsoft.com/office/officeart/2024/3/layout/SimpleTimelineDefaultVariant"/>
    <dgm:cxn modelId="{8DBF71CB-AF0A-4932-81CF-5B3754896153}" type="presParOf" srcId="{564BED9A-3504-42F9-85A2-C442E774441B}" destId="{F0126CE8-85CF-4BE5-81FF-41118524F44A}" srcOrd="5" destOrd="0" presId="urn:microsoft.com/office/officeart/2024/3/layout/SimpleTimelineDefaultVariant"/>
    <dgm:cxn modelId="{221A01E9-6CB6-4CEA-995B-FA02C1C18E8D}" type="presParOf" srcId="{D0F2AC55-404F-410B-B04B-0D3A7C2A8B92}" destId="{C0D1610D-8B6F-4CF3-A617-87D516C42706}" srcOrd="3" destOrd="0" presId="urn:microsoft.com/office/officeart/2024/3/layout/SimpleTimelineDefaultVariant"/>
    <dgm:cxn modelId="{AECC735D-852E-4230-A10F-7A3E91BD3095}" type="presParOf" srcId="{D0F2AC55-404F-410B-B04B-0D3A7C2A8B92}" destId="{C3C13F46-5008-4B71-A68B-1472D16D137A}" srcOrd="4" destOrd="0" presId="urn:microsoft.com/office/officeart/2024/3/layout/SimpleTimelineDefaultVariant"/>
    <dgm:cxn modelId="{8ED3622C-C9FA-420D-BDCE-8148FC652245}" type="presParOf" srcId="{C3C13F46-5008-4B71-A68B-1472D16D137A}" destId="{106B27D0-9937-4B1D-95AD-3AB3B124D61F}" srcOrd="0" destOrd="0" presId="urn:microsoft.com/office/officeart/2024/3/layout/SimpleTimelineDefaultVariant"/>
    <dgm:cxn modelId="{20DA8F61-523B-4B7A-8FE9-D33E4DA9E1B8}" type="presParOf" srcId="{C3C13F46-5008-4B71-A68B-1472D16D137A}" destId="{61DBC737-9838-494E-BBE7-CE8AF8F36760}" srcOrd="1" destOrd="0" presId="urn:microsoft.com/office/officeart/2024/3/layout/SimpleTimelineDefaultVariant"/>
    <dgm:cxn modelId="{6C0A318C-DF29-419A-B943-AF754055E58C}" type="presParOf" srcId="{61DBC737-9838-494E-BBE7-CE8AF8F36760}" destId="{25C8B48C-3726-4D21-9D67-ED388126863A}" srcOrd="0" destOrd="0" presId="urn:microsoft.com/office/officeart/2024/3/layout/SimpleTimelineDefaultVariant"/>
    <dgm:cxn modelId="{A410A956-C21D-47F1-9665-64138EA63E5C}" type="presParOf" srcId="{61DBC737-9838-494E-BBE7-CE8AF8F36760}" destId="{A76A7C23-5606-4F4B-B8D6-619E2C365C9B}" srcOrd="1" destOrd="0" presId="urn:microsoft.com/office/officeart/2024/3/layout/SimpleTimelineDefaultVariant"/>
    <dgm:cxn modelId="{96B4EE74-187C-414F-BF73-887BF7234BC9}" type="presParOf" srcId="{C3C13F46-5008-4B71-A68B-1472D16D137A}" destId="{3D984439-0EEA-4B90-BFF8-CA4D50F57531}" srcOrd="2" destOrd="0" presId="urn:microsoft.com/office/officeart/2024/3/layout/SimpleTimelineDefaultVariant"/>
    <dgm:cxn modelId="{C1A18ACB-43C9-49C5-9AE1-3E398928730F}" type="presParOf" srcId="{C3C13F46-5008-4B71-A68B-1472D16D137A}" destId="{D93EB3A2-97A0-4110-B5A3-3F87A611F917}" srcOrd="3" destOrd="0" presId="urn:microsoft.com/office/officeart/2024/3/layout/SimpleTimelineDefaultVariant"/>
    <dgm:cxn modelId="{4D0AC7F9-BCFE-4323-A2A7-34867F2A0897}" type="presParOf" srcId="{C3C13F46-5008-4B71-A68B-1472D16D137A}" destId="{C6262DEC-B4FF-46A1-9FC9-99C4B35CD456}" srcOrd="4" destOrd="0" presId="urn:microsoft.com/office/officeart/2024/3/layout/SimpleTimelineDefaultVariant"/>
    <dgm:cxn modelId="{A8F640A8-4C04-4B67-A11F-D82972A6EBAD}" type="presParOf" srcId="{C3C13F46-5008-4B71-A68B-1472D16D137A}" destId="{CE5FD362-B291-428B-8BFC-8E87FC4162E1}" srcOrd="5" destOrd="0" presId="urn:microsoft.com/office/officeart/2024/3/layout/SimpleTimelineDefaultVariant"/>
    <dgm:cxn modelId="{A1DACB65-213A-4017-ADF1-AA1C78770358}" type="presParOf" srcId="{D0F2AC55-404F-410B-B04B-0D3A7C2A8B92}" destId="{1D4F1BAC-2017-4934-94B1-33DB5EDA5453}" srcOrd="5" destOrd="0" presId="urn:microsoft.com/office/officeart/2024/3/layout/SimpleTimelineDefaultVariant"/>
    <dgm:cxn modelId="{1F6F6F97-DCD4-4D7B-9D82-158900564446}" type="presParOf" srcId="{D0F2AC55-404F-410B-B04B-0D3A7C2A8B92}" destId="{A23541FB-CD0F-4585-8D38-09E49AEE318F}" srcOrd="6" destOrd="0" presId="urn:microsoft.com/office/officeart/2024/3/layout/SimpleTimelineDefaultVariant"/>
    <dgm:cxn modelId="{A558B731-8710-47F9-8687-453EA5FC2915}" type="presParOf" srcId="{A23541FB-CD0F-4585-8D38-09E49AEE318F}" destId="{905C407A-4388-4548-8165-8B4E8D516ABD}" srcOrd="0" destOrd="0" presId="urn:microsoft.com/office/officeart/2024/3/layout/SimpleTimelineDefaultVariant"/>
    <dgm:cxn modelId="{DF170BC7-AE70-43F7-AB51-9137932907C8}" type="presParOf" srcId="{A23541FB-CD0F-4585-8D38-09E49AEE318F}" destId="{91979A86-1EA9-4172-A0ED-115BFE344BC1}" srcOrd="1" destOrd="0" presId="urn:microsoft.com/office/officeart/2024/3/layout/SimpleTimelineDefaultVariant"/>
    <dgm:cxn modelId="{FEFBEA64-90B9-4CA4-835E-FDB12928EDCD}" type="presParOf" srcId="{91979A86-1EA9-4172-A0ED-115BFE344BC1}" destId="{856540AA-1E2B-4EFB-A6AF-4948221D6603}" srcOrd="0" destOrd="0" presId="urn:microsoft.com/office/officeart/2024/3/layout/SimpleTimelineDefaultVariant"/>
    <dgm:cxn modelId="{9947F45C-C567-4201-82E0-53F30B194785}" type="presParOf" srcId="{91979A86-1EA9-4172-A0ED-115BFE344BC1}" destId="{1B909E15-F4DB-4D2E-8F2B-BB2ADB6C2866}" srcOrd="1" destOrd="0" presId="urn:microsoft.com/office/officeart/2024/3/layout/SimpleTimelineDefaultVariant"/>
    <dgm:cxn modelId="{39696C12-DFB2-4F10-9D44-DFC79D8BE643}" type="presParOf" srcId="{A23541FB-CD0F-4585-8D38-09E49AEE318F}" destId="{0225CCEF-8A4E-4EB0-AAB1-9ECDA36BA42F}" srcOrd="2" destOrd="0" presId="urn:microsoft.com/office/officeart/2024/3/layout/SimpleTimelineDefaultVariant"/>
    <dgm:cxn modelId="{EC7687EC-A055-4100-B171-22A84159DB45}" type="presParOf" srcId="{A23541FB-CD0F-4585-8D38-09E49AEE318F}" destId="{40B5908C-1194-4257-94BC-0D6B4783F054}" srcOrd="3" destOrd="0" presId="urn:microsoft.com/office/officeart/2024/3/layout/SimpleTimelineDefaultVariant"/>
    <dgm:cxn modelId="{8DED204B-7B9D-4845-8DD3-5E4AA77FB295}" type="presParOf" srcId="{A23541FB-CD0F-4585-8D38-09E49AEE318F}" destId="{C07DEB8E-975B-4336-A938-F8323E68488E}" srcOrd="4" destOrd="0" presId="urn:microsoft.com/office/officeart/2024/3/layout/SimpleTimelineDefaultVariant"/>
    <dgm:cxn modelId="{E61F1CAE-E766-4361-9865-1C1CBEE1EC8B}" type="presParOf" srcId="{A23541FB-CD0F-4585-8D38-09E49AEE318F}" destId="{0BA057EF-E60B-4AB0-A232-75409FD846C0}" srcOrd="5" destOrd="0" presId="urn:microsoft.com/office/officeart/2024/3/layout/SimpleTimelineDefaultVariant"/>
    <dgm:cxn modelId="{A2448B00-512A-4084-962D-885D198B6038}" type="presParOf" srcId="{D0F2AC55-404F-410B-B04B-0D3A7C2A8B92}" destId="{D238F392-0A9F-409A-B4D0-3E2229DFFDD5}" srcOrd="7" destOrd="0" presId="urn:microsoft.com/office/officeart/2024/3/layout/SimpleTimelineDefaultVariant"/>
    <dgm:cxn modelId="{16C71EF0-0547-454D-9F02-5C04AEEB35DA}" type="presParOf" srcId="{D0F2AC55-404F-410B-B04B-0D3A7C2A8B92}" destId="{07E926C0-4C92-40A7-A617-67EBD730B72E}" srcOrd="8" destOrd="0" presId="urn:microsoft.com/office/officeart/2024/3/layout/SimpleTimelineDefaultVariant"/>
    <dgm:cxn modelId="{7285108D-F24B-4C25-94C4-ACC247EDEE3D}" type="presParOf" srcId="{07E926C0-4C92-40A7-A617-67EBD730B72E}" destId="{AFBAF3A5-678E-4665-95C6-A515181B80FC}" srcOrd="0" destOrd="0" presId="urn:microsoft.com/office/officeart/2024/3/layout/SimpleTimelineDefaultVariant"/>
    <dgm:cxn modelId="{42AEC442-F134-4480-B5A1-DCE8AAEB4FD8}" type="presParOf" srcId="{07E926C0-4C92-40A7-A617-67EBD730B72E}" destId="{CAB6B1F7-3CF9-4EA0-BCA7-19B094764E74}" srcOrd="1" destOrd="0" presId="urn:microsoft.com/office/officeart/2024/3/layout/SimpleTimelineDefaultVariant"/>
    <dgm:cxn modelId="{B618E0BE-CFA8-4C48-ADA6-390911492F1E}" type="presParOf" srcId="{CAB6B1F7-3CF9-4EA0-BCA7-19B094764E74}" destId="{7E2F8AA3-8115-414B-B577-ED4C17E63387}" srcOrd="0" destOrd="0" presId="urn:microsoft.com/office/officeart/2024/3/layout/SimpleTimelineDefaultVariant"/>
    <dgm:cxn modelId="{52D6E4F1-21A2-4E8E-B604-157CFEA4C0DE}" type="presParOf" srcId="{CAB6B1F7-3CF9-4EA0-BCA7-19B094764E74}" destId="{35480AAB-7D53-4CB1-B363-973765734911}" srcOrd="1" destOrd="0" presId="urn:microsoft.com/office/officeart/2024/3/layout/SimpleTimelineDefaultVariant"/>
    <dgm:cxn modelId="{BA90BCD0-1FC3-47EE-B41E-3C0001539EDE}" type="presParOf" srcId="{07E926C0-4C92-40A7-A617-67EBD730B72E}" destId="{F3EC42AC-366D-447A-9CD5-63731CFF3229}" srcOrd="2" destOrd="0" presId="urn:microsoft.com/office/officeart/2024/3/layout/SimpleTimelineDefaultVariant"/>
    <dgm:cxn modelId="{60944AD4-3EE9-4C02-A039-53B04FC38BE6}" type="presParOf" srcId="{07E926C0-4C92-40A7-A617-67EBD730B72E}" destId="{886FBCD9-4999-478D-AEFA-1C043D3DB9D6}" srcOrd="3" destOrd="0" presId="urn:microsoft.com/office/officeart/2024/3/layout/SimpleTimelineDefaultVariant"/>
    <dgm:cxn modelId="{AA22E04B-5CC1-4493-99E7-A623F4E868BB}" type="presParOf" srcId="{07E926C0-4C92-40A7-A617-67EBD730B72E}" destId="{C8FA7F13-98CC-4377-838B-9EC5552DE174}" srcOrd="4" destOrd="0" presId="urn:microsoft.com/office/officeart/2024/3/layout/SimpleTimelineDefaultVariant"/>
    <dgm:cxn modelId="{0CBB6426-9B84-489A-AB28-791551EF979F}" type="presParOf" srcId="{07E926C0-4C92-40A7-A617-67EBD730B72E}" destId="{92E78B1C-1BCD-4629-A669-1E8A1CA47BE6}" srcOrd="5" destOrd="0" presId="urn:microsoft.com/office/officeart/2024/3/layout/SimpleTimelineDefaultVarian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EE6CF0-4976-45AF-9D94-0A7945905FA4}">
      <dsp:nvSpPr>
        <dsp:cNvPr id="0" name=""/>
        <dsp:cNvSpPr/>
      </dsp:nvSpPr>
      <dsp:spPr>
        <a:xfrm>
          <a:off x="0" y="2033215"/>
          <a:ext cx="10335350" cy="0"/>
        </a:xfrm>
        <a:prstGeom prst="line">
          <a:avLst/>
        </a:prstGeom>
        <a:solidFill>
          <a:schemeClr val="dk2">
            <a:alpha val="90000"/>
            <a:hueOff val="0"/>
            <a:satOff val="0"/>
            <a:lumOff val="0"/>
            <a:alphaOff val="0"/>
          </a:schemeClr>
        </a:solidFill>
        <a:ln w="12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 w="med" len="me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C72EE4-EB90-442A-BD51-30C0A9E68E21}">
      <dsp:nvSpPr>
        <dsp:cNvPr id="0" name=""/>
        <dsp:cNvSpPr/>
      </dsp:nvSpPr>
      <dsp:spPr>
        <a:xfrm>
          <a:off x="423190" y="985702"/>
          <a:ext cx="2868289" cy="10475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</dsp:txBody>
      <dsp:txXfrm>
        <a:off x="423190" y="985702"/>
        <a:ext cx="2868289" cy="1047512"/>
      </dsp:txXfrm>
    </dsp:sp>
    <dsp:sp modelId="{EF13219E-86AA-418B-A2CA-B2DE8C195054}">
      <dsp:nvSpPr>
        <dsp:cNvPr id="0" name=""/>
        <dsp:cNvSpPr/>
      </dsp:nvSpPr>
      <dsp:spPr>
        <a:xfrm>
          <a:off x="423190" y="439174"/>
          <a:ext cx="2868289" cy="546528"/>
        </a:xfrm>
        <a:prstGeom prst="rect">
          <a:avLst/>
        </a:prstGeom>
        <a:solidFill>
          <a:schemeClr val="accent1">
            <a:alpha val="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kern="1200" dirty="0"/>
            <a:t>Understand the Module</a:t>
          </a:r>
        </a:p>
      </dsp:txBody>
      <dsp:txXfrm>
        <a:off x="423190" y="439174"/>
        <a:ext cx="2868289" cy="546528"/>
      </dsp:txXfrm>
    </dsp:sp>
    <dsp:sp modelId="{BE2AEE73-F8C8-41D2-9D1D-C5ECEAFAE6B2}">
      <dsp:nvSpPr>
        <dsp:cNvPr id="0" name=""/>
        <dsp:cNvSpPr/>
      </dsp:nvSpPr>
      <dsp:spPr>
        <a:xfrm>
          <a:off x="211736" y="406643"/>
          <a:ext cx="0" cy="1626572"/>
        </a:xfrm>
        <a:prstGeom prst="line">
          <a:avLst/>
        </a:pr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299BCE0-FC73-4EB5-8554-175A871B211F}">
      <dsp:nvSpPr>
        <dsp:cNvPr id="0" name=""/>
        <dsp:cNvSpPr/>
      </dsp:nvSpPr>
      <dsp:spPr>
        <a:xfrm>
          <a:off x="163101" y="1984580"/>
          <a:ext cx="97269" cy="972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305873-9CB0-43CD-A7E2-62CAC14CB755}">
      <dsp:nvSpPr>
        <dsp:cNvPr id="0" name=""/>
        <dsp:cNvSpPr/>
      </dsp:nvSpPr>
      <dsp:spPr>
        <a:xfrm>
          <a:off x="2142944" y="2774932"/>
          <a:ext cx="2868289" cy="8848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</dsp:txBody>
      <dsp:txXfrm>
        <a:off x="2142944" y="2774932"/>
        <a:ext cx="2868289" cy="884855"/>
      </dsp:txXfrm>
    </dsp:sp>
    <dsp:sp modelId="{A3EA35DA-AA6C-4E85-80AC-D2F8E1339CF3}">
      <dsp:nvSpPr>
        <dsp:cNvPr id="0" name=""/>
        <dsp:cNvSpPr/>
      </dsp:nvSpPr>
      <dsp:spPr>
        <a:xfrm>
          <a:off x="2142944" y="2195872"/>
          <a:ext cx="2868289" cy="579059"/>
        </a:xfrm>
        <a:prstGeom prst="rect">
          <a:avLst/>
        </a:prstGeom>
        <a:solidFill>
          <a:schemeClr val="accent1">
            <a:alpha val="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kern="1200" dirty="0"/>
            <a:t>Making sense of academic life</a:t>
          </a:r>
        </a:p>
      </dsp:txBody>
      <dsp:txXfrm>
        <a:off x="2142944" y="2195872"/>
        <a:ext cx="2868289" cy="579059"/>
      </dsp:txXfrm>
    </dsp:sp>
    <dsp:sp modelId="{4B238F27-5F33-45F3-A094-5C65F527BE73}">
      <dsp:nvSpPr>
        <dsp:cNvPr id="0" name=""/>
        <dsp:cNvSpPr/>
      </dsp:nvSpPr>
      <dsp:spPr>
        <a:xfrm>
          <a:off x="1931490" y="2033215"/>
          <a:ext cx="0" cy="1626572"/>
        </a:xfrm>
        <a:prstGeom prst="line">
          <a:avLst/>
        </a:pr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190BCB-41F3-4033-AE0E-4FF506AD73C1}">
      <dsp:nvSpPr>
        <dsp:cNvPr id="0" name=""/>
        <dsp:cNvSpPr/>
      </dsp:nvSpPr>
      <dsp:spPr>
        <a:xfrm>
          <a:off x="1882855" y="1984580"/>
          <a:ext cx="97269" cy="972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984439-0EEA-4B90-BFF8-CA4D50F57531}">
      <dsp:nvSpPr>
        <dsp:cNvPr id="0" name=""/>
        <dsp:cNvSpPr/>
      </dsp:nvSpPr>
      <dsp:spPr>
        <a:xfrm>
          <a:off x="3880051" y="985702"/>
          <a:ext cx="2868289" cy="10475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</dsp:txBody>
      <dsp:txXfrm>
        <a:off x="3880051" y="985702"/>
        <a:ext cx="2868289" cy="1047512"/>
      </dsp:txXfrm>
    </dsp:sp>
    <dsp:sp modelId="{D93EB3A2-97A0-4110-B5A3-3F87A611F917}">
      <dsp:nvSpPr>
        <dsp:cNvPr id="0" name=""/>
        <dsp:cNvSpPr/>
      </dsp:nvSpPr>
      <dsp:spPr>
        <a:xfrm>
          <a:off x="3880051" y="439174"/>
          <a:ext cx="2868289" cy="546528"/>
        </a:xfrm>
        <a:prstGeom prst="rect">
          <a:avLst/>
        </a:prstGeom>
        <a:solidFill>
          <a:schemeClr val="accent1">
            <a:alpha val="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kern="1200" dirty="0" err="1"/>
            <a:t>Recognising</a:t>
          </a:r>
          <a:r>
            <a:rPr lang="en-US" sz="1900" kern="1200" dirty="0"/>
            <a:t> student responsibilities </a:t>
          </a:r>
        </a:p>
      </dsp:txBody>
      <dsp:txXfrm>
        <a:off x="3880051" y="439174"/>
        <a:ext cx="2868289" cy="546528"/>
      </dsp:txXfrm>
    </dsp:sp>
    <dsp:sp modelId="{C6262DEC-B4FF-46A1-9FC9-99C4B35CD456}">
      <dsp:nvSpPr>
        <dsp:cNvPr id="0" name=""/>
        <dsp:cNvSpPr/>
      </dsp:nvSpPr>
      <dsp:spPr>
        <a:xfrm>
          <a:off x="3651244" y="406643"/>
          <a:ext cx="0" cy="1626572"/>
        </a:xfrm>
        <a:prstGeom prst="line">
          <a:avLst/>
        </a:pr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06B27D0-9937-4B1D-95AD-3AB3B124D61F}">
      <dsp:nvSpPr>
        <dsp:cNvPr id="0" name=""/>
        <dsp:cNvSpPr/>
      </dsp:nvSpPr>
      <dsp:spPr>
        <a:xfrm>
          <a:off x="3601619" y="1984580"/>
          <a:ext cx="97269" cy="972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25CCEF-8A4E-4EB0-AAB1-9ECDA36BA42F}">
      <dsp:nvSpPr>
        <dsp:cNvPr id="0" name=""/>
        <dsp:cNvSpPr/>
      </dsp:nvSpPr>
      <dsp:spPr>
        <a:xfrm>
          <a:off x="5582453" y="2774932"/>
          <a:ext cx="2868289" cy="8848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</dsp:txBody>
      <dsp:txXfrm>
        <a:off x="5582453" y="2774932"/>
        <a:ext cx="2868289" cy="884855"/>
      </dsp:txXfrm>
    </dsp:sp>
    <dsp:sp modelId="{40B5908C-1194-4257-94BC-0D6B4783F054}">
      <dsp:nvSpPr>
        <dsp:cNvPr id="0" name=""/>
        <dsp:cNvSpPr/>
      </dsp:nvSpPr>
      <dsp:spPr>
        <a:xfrm>
          <a:off x="5582453" y="2195872"/>
          <a:ext cx="2868289" cy="579059"/>
        </a:xfrm>
        <a:prstGeom prst="rect">
          <a:avLst/>
        </a:prstGeom>
        <a:solidFill>
          <a:schemeClr val="accent1">
            <a:alpha val="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kern="1200" dirty="0"/>
            <a:t>Identifying academic and career goals</a:t>
          </a:r>
        </a:p>
      </dsp:txBody>
      <dsp:txXfrm>
        <a:off x="5582453" y="2195872"/>
        <a:ext cx="2868289" cy="579059"/>
      </dsp:txXfrm>
    </dsp:sp>
    <dsp:sp modelId="{C07DEB8E-975B-4336-A938-F8323E68488E}">
      <dsp:nvSpPr>
        <dsp:cNvPr id="0" name=""/>
        <dsp:cNvSpPr/>
      </dsp:nvSpPr>
      <dsp:spPr>
        <a:xfrm>
          <a:off x="5370998" y="2033215"/>
          <a:ext cx="0" cy="1626572"/>
        </a:xfrm>
        <a:prstGeom prst="line">
          <a:avLst/>
        </a:pr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5C407A-4388-4548-8165-8B4E8D516ABD}">
      <dsp:nvSpPr>
        <dsp:cNvPr id="0" name=""/>
        <dsp:cNvSpPr/>
      </dsp:nvSpPr>
      <dsp:spPr>
        <a:xfrm>
          <a:off x="5321373" y="1984580"/>
          <a:ext cx="97269" cy="972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EC42AC-366D-447A-9CD5-63731CFF3229}">
      <dsp:nvSpPr>
        <dsp:cNvPr id="0" name=""/>
        <dsp:cNvSpPr/>
      </dsp:nvSpPr>
      <dsp:spPr>
        <a:xfrm>
          <a:off x="7302207" y="985702"/>
          <a:ext cx="2868289" cy="10475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</dsp:txBody>
      <dsp:txXfrm>
        <a:off x="7302207" y="985702"/>
        <a:ext cx="2868289" cy="1047512"/>
      </dsp:txXfrm>
    </dsp:sp>
    <dsp:sp modelId="{886FBCD9-4999-478D-AEFA-1C043D3DB9D6}">
      <dsp:nvSpPr>
        <dsp:cNvPr id="0" name=""/>
        <dsp:cNvSpPr/>
      </dsp:nvSpPr>
      <dsp:spPr>
        <a:xfrm>
          <a:off x="7302207" y="439174"/>
          <a:ext cx="2868289" cy="546528"/>
        </a:xfrm>
        <a:prstGeom prst="rect">
          <a:avLst/>
        </a:prstGeom>
        <a:solidFill>
          <a:schemeClr val="accent1">
            <a:alpha val="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kern="1200" dirty="0"/>
            <a:t>Setting up the portfolio</a:t>
          </a:r>
        </a:p>
      </dsp:txBody>
      <dsp:txXfrm>
        <a:off x="7302207" y="439174"/>
        <a:ext cx="2868289" cy="546528"/>
      </dsp:txXfrm>
    </dsp:sp>
    <dsp:sp modelId="{C8FA7F13-98CC-4377-838B-9EC5552DE174}">
      <dsp:nvSpPr>
        <dsp:cNvPr id="0" name=""/>
        <dsp:cNvSpPr/>
      </dsp:nvSpPr>
      <dsp:spPr>
        <a:xfrm>
          <a:off x="7090752" y="406643"/>
          <a:ext cx="0" cy="1626572"/>
        </a:xfrm>
        <a:prstGeom prst="line">
          <a:avLst/>
        </a:pr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FBAF3A5-678E-4665-95C6-A515181B80FC}">
      <dsp:nvSpPr>
        <dsp:cNvPr id="0" name=""/>
        <dsp:cNvSpPr/>
      </dsp:nvSpPr>
      <dsp:spPr>
        <a:xfrm>
          <a:off x="7041127" y="1984580"/>
          <a:ext cx="97269" cy="972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3/layout/SimpleTimelineDefaultVariant">
  <dgm:title val="Simple Timeline"/>
  <dgm:desc val="Displays events in chronological order. Each event should have a date or name up to medium length and the option to add a description that can be medium or a bit longer in length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 styleLbl="alignAcc1">
      <dgm:alg type="sp"/>
      <dgm:choose name="ArrowShape">
        <dgm:if name="ArrowShapeLTR" func="var" arg="dir" op="equ" val="norm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 w="12050">
                    <a:solidFill>
                      <a:srgbClr val="000000"/>
                    </a:solidFill>
                    <a:tailEnd type="arrow" w="med" len="med"/>
                  </a:ln>
                </dgm1612:spPr>
              </a:ext>
            </dgm:extLst>
          </dgm:shape>
        </dgm:if>
        <dgm:else name="ArrowShapeRTL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>
                    <a:solidFill>
                      <a:srgbClr val="000000"/>
                    </a:solidFill>
                    <a:headEnd type="arrow" w="med" len="med"/>
                  </a:ln>
                </dgm1612:spPr>
              </a:ext>
            </dgm:extLst>
          </dgm:shape>
        </dgm:else>
      </dgm:choos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23"/>
                        <dgm:constr type="h" for="ch" forName="ConnectorPoint1" refType="h" refFor="ch" refForName="DropPinPlaceHolder1" fact="0.23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h" fact="0.178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t" for="ch" forName="L1TextContainer1" refType="h" fact="0.01"/>
                        <dgm:constr type="b" for="ch" forName="L1TextContainer1" refType="h" fact="0.178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 fact="0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23"/>
                        <dgm:constr type="h" for="ch" forName="ConnectorPoint1" refType="h" refFor="ch" refForName="DropPinPlaceHolder1" fact="0.23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h" fact="0.728"/>
                        <dgm:constr type="t" for="ch" forName="L1TextContainer1" refType="h" fact="0.55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b" refFor="ch" refForName="DropPinPlaceHolder1"/>
                        <dgm:constr type="t" for="ch" forName="L2TextContainer1" refType="h" fact="0.728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ConnectorPoint1" refType="h" refFor="ch" refForName="DropPinPlaceHolder1" fact="0.23"/>
                        <dgm:constr type="h" for="ch" forName="ConnectorPoint1" refType="h" refFor="ch" refForName="DropPinPlaceHolder1" fact="0.23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h" fact="0.178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t" for="ch" forName="L1TextContainer1" refType="h" fact="0.01"/>
                        <dgm:constr type="b" for="ch" forName="L1TextContainer1" refType="h" fact="0.178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 fact="0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ConnectorPoint1" refType="h" refFor="ch" refForName="DropPinPlaceHolder1" fact="0.23"/>
                        <dgm:constr type="h" for="ch" forName="ConnectorPoint1" refType="h" refFor="ch" refForName="DropPinPlaceHolder1" fact="0.23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h" fact="0.728"/>
                        <dgm:constr type="t" for="ch" forName="L1TextContainer1" refType="h" fact="0.55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b" refFor="ch" refForName="DropPinPlaceHolder1"/>
                        <dgm:constr type="t" for="ch" forName="L2TextContainer1" refType="h" fact="0.728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ConnectorPoint1" styleLbl="lnNode1" moveWith="ConnectLine1">
                <dgm:alg type="sp"/>
                <dgm:shape xmlns:r="http://schemas.openxmlformats.org/officeDocument/2006/relationships" type="ellipse" r:blip="" zOrderOff="10">
                  <dgm:adjLst/>
                </dgm:shape>
                <dgm:presOf/>
                <dgm:constrLst>
                  <dgm:constr type="w" refType="h" op="equ"/>
                </dgm:constrLst>
              </dgm:layoutNod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 fact="0"/>
                  <dgm:constr type="h" for="ch" forName="DropPin1" refType="h" fact="0"/>
                  <dgm:constr type="ctrX" for="ch" forName="DropPin1" refType="w" fact="0"/>
                  <dgm:constr type="ctrY" for="ch" forName="DropPin1" refType="h" fact="0"/>
                  <dgm:constr type="w" for="ch" forName="Ellipse1" refType="w" refFor="ch" refForName="DropPin1" fact="0"/>
                  <dgm:constr type="h" for="ch" forName="Ellipse1" refType="w" refFor="ch" refForName="DropPin1" fact="0"/>
                  <dgm:constr type="ctrX" for="ch" forName="Ellipse1" refType="ctrX" refFor="ch" refForName="DropPin1" fact="0"/>
                  <dgm:constr type="ctrY" for="ch" forName="Ellipse1" refType="ctrY" refFor="ch" refForName="DropPin1" fact="0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1" styleLbl="alignNode1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1" styleLbl="sibTrans1D1">
                <dgm:alg type="sp"/>
                <dgm:shape xmlns:r="http://schemas.openxmlformats.org/officeDocument/2006/relationships" type="line" r:blip="">
                  <dgm:adjLst/>
                </dgm:shape>
                <dgm:presOf/>
                <dgm:constrLst/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23"/>
                        <dgm:constr type="h" for="ch" forName="ConnectorPoint" refType="h" refFor="ch" refForName="DropPinPlaceHolder" fact="0.23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h" fact="0.178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t" for="ch" forName="L1TextContainer" refType="h" fact="0.01"/>
                        <dgm:constr type="b" for="ch" forName="L1TextContainer" refType="h" fact="0.178"/>
                        <dgm:constr type="w" for="ch" forName="ConnectLine" fact="2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 fact="0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23"/>
                        <dgm:constr type="h" for="ch" forName="ConnectorPoint" refType="h" refFor="ch" refForName="DropPinPlaceHolder" fact="0.23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h" fact="0.728"/>
                        <dgm:constr type="t" for="ch" forName="L1TextContainer" refType="h" fact="0.55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b" refFor="ch" refForName="DropPinPlaceHolder"/>
                        <dgm:constr type="t" for="ch" forName="L2TextContainer" refType="h" fact="0.728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ConnectorPoint" refType="h" refFor="ch" refForName="DropPinPlaceHolder" fact="0.23"/>
                        <dgm:constr type="h" for="ch" forName="ConnectorPoint" refType="h" refFor="ch" refForName="DropPinPlaceHolder" fact="0.23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h" fact="0.178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t" for="ch" forName="L1TextContainer" refType="h" fact="0.01"/>
                        <dgm:constr type="b" for="ch" forName="L1TextContainer" refType="h" fact="0.178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 fact="0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ConnectorPoint" refType="h" refFor="ch" refForName="DropPinPlaceHolder" fact="0.23"/>
                        <dgm:constr type="h" for="ch" forName="ConnectorPoint" refType="h" refFor="ch" refForName="DropPinPlaceHolder" fact="0.23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h" fact="0.728"/>
                        <dgm:constr type="t" for="ch" forName="L1TextContainer" refType="h" fact="0.55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b" refFor="ch" refForName="DropPinPlaceHolder"/>
                        <dgm:constr type="t" for="ch" forName="L2TextContainer" refType="h" fact="0.728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ConnectorPoint" styleLbl="lnNode1" moveWith="ConnectLine">
                <dgm:alg type="sp"/>
                <dgm:shape xmlns:r="http://schemas.openxmlformats.org/officeDocument/2006/relationships" type="ellipse" r:blip="" zOrderOff="10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6350"/>
                      </dgm1612:spPr>
                    </a:ext>
                  </dgm:extLst>
                </dgm:shape>
                <dgm:presOf/>
                <dgm:constrLst>
                  <dgm:constr type="w" refType="h" op="equ"/>
                </dgm:constrLst>
              </dgm:layoutNod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 fact="0"/>
                  <dgm:constr type="h" for="ch" forName="DropPin" refType="h" fact="0"/>
                  <dgm:constr type="ctrX" for="ch" forName="DropPin" refType="w" fact="0"/>
                  <dgm:constr type="ctrY" for="ch" forName="DropPin" refType="h" fact="0"/>
                  <dgm:constr type="w" for="ch" forName="Ellipse" refType="w" refFor="ch" refForName="DropPin" fact="0"/>
                  <dgm:constr type="h" for="ch" forName="Ellipse" refType="w" refFor="ch" refForName="DropPin" fact="0"/>
                  <dgm:constr type="ctrX" for="ch" forName="Ellipse" refType="ctrX" refFor="ch" refForName="DropPin" fact="0"/>
                  <dgm:constr type="ctrY" for="ch" forName="Ellipse" refType="ctrY" refFor="ch" refForName="DropPin" fact="0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" styleLbl="alignNode1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" styleLbl="sibTrans1D1">
                <dgm:alg type="sp"/>
                <dgm:shape xmlns:r="http://schemas.openxmlformats.org/officeDocument/2006/relationships" type="line" r:blip="">
                  <dgm:adjLst/>
                </dgm:shape>
                <dgm:presOf/>
                <dgm:constrLst/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C25CD4-51FF-496A-A81E-5CE5D53579AB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114079-40A4-42FE-A1E9-AF94D49DC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3178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114079-40A4-42FE-A1E9-AF94D49DCDC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19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D020E-CF07-315F-4476-64BEA04E1F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60364D-376E-F14F-FBE6-CAA3017FEA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C03E2E-FB62-45A6-D122-FBDFC1E64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5A6E3-17F1-4787-BAA6-44B5153E95A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970B25-FFE2-25C2-7D4A-CF2326696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E3B91-A1B2-B8C4-3750-DC30AFE2F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7F974-082D-44FB-95AE-811488AA2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762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9F3AA-7DF9-D2BC-D78F-37A0CBC05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617EE-FBD1-3C5C-7C3B-A6C3584FA4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A9668E-CE6E-164D-011D-523630B11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5A6E3-17F1-4787-BAA6-44B5153E95A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292DA8-02B1-D8F4-06AD-6BD5A7DA1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32F7BB-16E4-8A13-E483-E23255B18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7F974-082D-44FB-95AE-811488AA2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559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D69C8-A0F3-6428-63B5-9501CD9CC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66A59A-E2F9-2ED3-2B94-B2097A3063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064040-FC9E-D089-032E-49D680C2B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5A6E3-17F1-4787-BAA6-44B5153E95A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B866C-340E-61E5-3931-29E8A96BA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1CB11-FF91-40CD-7345-2A5F14CFD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7F974-082D-44FB-95AE-811488AA2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190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C27F2-1010-B1DE-F90C-CA1954098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5772C-6E3A-C3B9-2A9C-3A90048247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DFA1B9-4258-C6AD-D9A2-516B7504B6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A9E170-9DC1-E4F7-1777-36A2C1ADB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5A6E3-17F1-4787-BAA6-44B5153E95A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363E9B-5D43-D475-C4F0-F3A94B513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EB2380-C8DC-5113-F310-21E8BE4B6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7F974-082D-44FB-95AE-811488AA2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014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BC729-F61A-4DF6-1016-6AB89FD04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0789D4-D852-4A52-66FC-C6DC696482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734A0D-A155-BDCD-FFC9-61D7607C9B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24F158-DCA8-5BD4-38C0-F31CD6718F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5FEE0D-94D8-954F-9C68-64BDA0D3D7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5F67E0-A46E-58F9-1DD6-6F1EB4583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5A6E3-17F1-4787-BAA6-44B5153E95A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4741A1-CBA8-258A-3E7C-EBF86705E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B72867-B53E-1042-DFE8-A237A2B3D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7F974-082D-44FB-95AE-811488AA2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76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ACC21-FE40-94E2-4E0F-93E300E93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86814E-5372-1CF4-05EE-96354B90A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5A6E3-17F1-4787-BAA6-44B5153E95A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101623-1662-C954-BB92-59FE8D02F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3AA5E7-C352-F72B-A57B-B12345CD1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7F974-082D-44FB-95AE-811488AA2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454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260200-4F20-6296-3AB7-48EABA673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5A6E3-17F1-4787-BAA6-44B5153E95A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088AC5-97EC-5FDA-3161-144221EBC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704BD0-C994-D5E7-DE1D-63907CA02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7F974-082D-44FB-95AE-811488AA2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995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4436B-7C24-3D62-80C4-A4C8533BA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600AA-3B50-385F-D503-A347EB63A2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774C01-82C7-7146-E1D0-896562B04B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608A62-75CE-1462-6E5C-E6DF73A87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5A6E3-17F1-4787-BAA6-44B5153E95A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8B2162-54DB-7A90-4A48-95D80B2E9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868CB4-DCB7-38A4-9971-A0F39D92C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7F974-082D-44FB-95AE-811488AA2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374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B94C2-FF88-4FD0-8F81-2638C9D5E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93D1DB-EB11-F585-3650-9C795C16D5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067B1C-B780-B2FA-3EC8-DCB5B33C88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6D21C1-2AAB-B589-2B09-55818429F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5A6E3-17F1-4787-BAA6-44B5153E95A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389106-4670-20A4-2631-A8D612F87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E9DF96-92CE-49D1-4970-6D5124A70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7F974-082D-44FB-95AE-811488AA2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750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9A7D3-6D1D-4C9A-F2C9-7FE3769EF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FAF001-6DF4-504B-0803-02DD015245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AC5C3-EB58-7FC8-7D7A-F1EB9E692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5A6E3-17F1-4787-BAA6-44B5153E95A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B610BA-04C4-3A80-8AD1-B6AE9CDBD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5225B9-5EF3-365B-B599-253848530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7F974-082D-44FB-95AE-811488AA2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500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D2050F-F6FB-9610-11CC-A2AA879B57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DB8BFE-BAEC-EA98-CE90-44C9EF8747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D55E2E-F80B-1F7D-A0BD-5E38FE1F2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5A6E3-17F1-4787-BAA6-44B5153E95A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5F9F24-040A-C5FB-BE31-43CD5A899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ADC8D8-A934-E4FE-AE01-B576CDDBD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7F974-082D-44FB-95AE-811488AA2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327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3CF642-FD4D-2E5D-827D-3654E0274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E5A297-4DA4-AD99-DB6D-EFDB4A1C1E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827E39-D270-AD87-6DB2-6D4464F80E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55A6E3-17F1-4787-BAA6-44B5153E95A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8C938-B850-0D5F-BF1B-33D8923F60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02A347-B4E3-FE06-87E6-E3DD650A71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D7F974-082D-44FB-95AE-811488AA2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270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A69A4-C661-4D4C-4D24-856179C739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CIS092-1 Fundamentals of Study and Employability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CE53745-B47D-C518-FC25-5F16ACC9E7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rPr lang="en-US" dirty="0"/>
              <a:t>Session duration: 2 hours </a:t>
            </a:r>
          </a:p>
          <a:p>
            <a:r>
              <a:rPr lang="en-US" dirty="0"/>
              <a:t>Session theme: Making Sense of Academic Life Lecturer: Upama Rai Cohort: Level 3 / Foundation Computing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2331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A90CB-1313-1DD4-8A86-B8185873E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Session 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6B80CF-9A99-2D94-2F59-D9B0EECBFE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78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By the end of the session, students should be able to:</a:t>
            </a:r>
          </a:p>
          <a:p>
            <a:pPr lvl="1"/>
            <a:r>
              <a:rPr lang="en-US" dirty="0"/>
              <a:t>Explain the purpose and structure of CIS092-1.</a:t>
            </a:r>
          </a:p>
          <a:p>
            <a:pPr lvl="1"/>
            <a:r>
              <a:rPr lang="en-US" dirty="0"/>
              <a:t>Identify the main differences between school and university learning.</a:t>
            </a:r>
          </a:p>
          <a:p>
            <a:pPr lvl="1"/>
            <a:r>
              <a:rPr lang="en-US" dirty="0"/>
              <a:t>Describe the responsibilities of students, lecturers, and the institution.</a:t>
            </a:r>
          </a:p>
          <a:p>
            <a:pPr lvl="1"/>
            <a:r>
              <a:rPr lang="en-US" dirty="0"/>
              <a:t>Explain the meaning of independent learning.</a:t>
            </a:r>
          </a:p>
          <a:p>
            <a:pPr lvl="1"/>
            <a:r>
              <a:rPr lang="en-US" dirty="0"/>
              <a:t>Identify personal academic and career goals.</a:t>
            </a:r>
          </a:p>
          <a:p>
            <a:pPr lvl="1"/>
            <a:r>
              <a:rPr lang="en-US" dirty="0"/>
              <a:t>Set up the initial structure of the Academic and Professional Development Portfolio.</a:t>
            </a:r>
          </a:p>
          <a:p>
            <a:pPr lvl="1"/>
            <a:r>
              <a:rPr lang="en-US" dirty="0"/>
              <a:t>Begin an individual Academic Reflection.</a:t>
            </a:r>
          </a:p>
        </p:txBody>
      </p:sp>
    </p:spTree>
    <p:extLst>
      <p:ext uri="{BB962C8B-B14F-4D97-AF65-F5344CB8AC3E}">
        <p14:creationId xmlns:p14="http://schemas.microsoft.com/office/powerpoint/2010/main" val="495497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1A22726-DA03-BCB0-F12E-98258FB7E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A35C0D-5551-1C5B-4B2C-ADBF9C2A1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548640"/>
            <a:ext cx="9160475" cy="1132258"/>
          </a:xfrm>
        </p:spPr>
        <p:txBody>
          <a:bodyPr anchor="ctr">
            <a:normAutofit/>
          </a:bodyPr>
          <a:lstStyle/>
          <a:p>
            <a:pPr algn="ctr"/>
            <a:r>
              <a:rPr lang="en-US" dirty="0"/>
              <a:t>Roadmap</a:t>
            </a:r>
          </a:p>
        </p:txBody>
      </p:sp>
      <p:graphicFrame>
        <p:nvGraphicFramePr>
          <p:cNvPr id="5" name="Content Placeholder 4" descr="Basic Timeline">
            <a:extLst>
              <a:ext uri="{FF2B5EF4-FFF2-40B4-BE49-F238E27FC236}">
                <a16:creationId xmlns:a16="http://schemas.microsoft.com/office/drawing/2014/main" id="{3634430B-CC5E-07D6-4636-FF564EF80F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8637231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martArt"/>
                    <p202:designTag name="ARCH:1:VSVAR" val="Timeline"/>
                  </p202:designTagLst>
                </p202:designPr>
              </p:ext>
            </p:extLst>
          </p:nvPr>
        </p:nvGraphicFramePr>
        <p:xfrm>
          <a:off x="930876" y="2037806"/>
          <a:ext cx="10335350" cy="4066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0411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2DE04-A168-3937-0648-DE5B5BCF5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Purpose and Learning Journey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48C4B24-0A9A-2FA3-D407-9F0BE79519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653191"/>
              </p:ext>
            </p:extLst>
          </p:nvPr>
        </p:nvGraphicFramePr>
        <p:xfrm>
          <a:off x="838200" y="1825625"/>
          <a:ext cx="10515600" cy="2459355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40609392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2000" b="0" i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This module is designed to help you become a more confident, independent, responsible, and employable university student.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en-US" sz="2000" b="0" i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2000" b="0" i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It is not only about passing an assignment. It is about developing the habits, skills, and professional </a:t>
                      </a:r>
                      <a:r>
                        <a:rPr lang="en-US" sz="2000" b="0" i="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behaviours</a:t>
                      </a:r>
                      <a:r>
                        <a:rPr lang="en-US" sz="2000" b="0" i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that will support your entire </a:t>
                      </a:r>
                      <a:r>
                        <a:rPr lang="en-US" sz="2000" b="0" i="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programme</a:t>
                      </a:r>
                      <a:r>
                        <a:rPr lang="en-US" sz="2000" b="0" i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and future career. 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2000" b="0" i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Next eight weeks, we will focus on academic skills, professional skills and employability skills.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en-US" sz="2000" b="0" i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76348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Academic success skills</a:t>
                      </a:r>
                    </a:p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Career and employability skills</a:t>
                      </a:r>
                    </a:p>
                    <a:p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3716725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649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DA794-32F1-70E6-F988-45069653B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1295"/>
            <a:ext cx="10515600" cy="1325563"/>
          </a:xfrm>
        </p:spPr>
        <p:txBody>
          <a:bodyPr/>
          <a:lstStyle/>
          <a:p>
            <a:r>
              <a:rPr lang="en-US" dirty="0"/>
              <a:t>What Is This Module About?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9D2439-3161-8929-5AB7-39133EB3E7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7730" y="1526858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Academic success</a:t>
            </a:r>
          </a:p>
          <a:p>
            <a:pPr lvl="1"/>
            <a:r>
              <a:rPr lang="en-US" dirty="0"/>
              <a:t>Understanding university expectations</a:t>
            </a:r>
          </a:p>
          <a:p>
            <a:pPr lvl="1"/>
            <a:r>
              <a:rPr lang="en-US" dirty="0"/>
              <a:t>Independent learning</a:t>
            </a:r>
          </a:p>
          <a:p>
            <a:pPr lvl="1"/>
            <a:r>
              <a:rPr lang="en-US" dirty="0"/>
              <a:t>Study and note-taking strategies</a:t>
            </a:r>
          </a:p>
          <a:p>
            <a:pPr lvl="1"/>
            <a:r>
              <a:rPr lang="en-US" dirty="0"/>
              <a:t>Time management</a:t>
            </a:r>
          </a:p>
          <a:p>
            <a:pPr lvl="1"/>
            <a:r>
              <a:rPr lang="en-US" dirty="0"/>
              <a:t>Research and referencing</a:t>
            </a:r>
          </a:p>
          <a:p>
            <a:pPr lvl="1"/>
            <a:r>
              <a:rPr lang="en-US" dirty="0"/>
              <a:t>Academic writing</a:t>
            </a:r>
          </a:p>
          <a:p>
            <a:pPr marL="0" indent="0">
              <a:buNone/>
            </a:pPr>
            <a:r>
              <a:rPr lang="en-US" b="1" dirty="0"/>
              <a:t>Professional development</a:t>
            </a:r>
          </a:p>
          <a:p>
            <a:pPr lvl="1"/>
            <a:r>
              <a:rPr lang="en-US" dirty="0"/>
              <a:t>Communication and teamwork</a:t>
            </a:r>
          </a:p>
          <a:p>
            <a:pPr lvl="1"/>
            <a:r>
              <a:rPr lang="en-US" dirty="0"/>
              <a:t>Problem-solving</a:t>
            </a:r>
          </a:p>
          <a:p>
            <a:pPr lvl="1"/>
            <a:r>
              <a:rPr lang="en-US" dirty="0"/>
              <a:t>Career planning</a:t>
            </a:r>
          </a:p>
          <a:p>
            <a:pPr lvl="1"/>
            <a:r>
              <a:rPr lang="en-US" dirty="0"/>
              <a:t>Commercial awareness</a:t>
            </a:r>
          </a:p>
          <a:p>
            <a:pPr lvl="1"/>
            <a:r>
              <a:rPr lang="en-US" dirty="0"/>
              <a:t>Professional </a:t>
            </a:r>
            <a:r>
              <a:rPr lang="en-US" dirty="0" err="1"/>
              <a:t>behaviour</a:t>
            </a:r>
            <a:endParaRPr lang="en-US" dirty="0"/>
          </a:p>
          <a:p>
            <a:pPr lvl="1"/>
            <a:r>
              <a:rPr lang="en-US" dirty="0"/>
              <a:t>Ethics and responsibility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7946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5ADCA-4AB2-FCFB-2D83-88E0F88BE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BCE9A-016B-1640-5AE2-A85AAF296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9865"/>
            <a:ext cx="10515600" cy="1325563"/>
          </a:xfrm>
        </p:spPr>
        <p:txBody>
          <a:bodyPr/>
          <a:lstStyle/>
          <a:p>
            <a:r>
              <a:rPr lang="en-US" dirty="0"/>
              <a:t>What Is This Module About?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EB8C7ED-74C4-A505-797F-A9B8902868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20" y="1448435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/>
              <a:t>Employability </a:t>
            </a:r>
          </a:p>
          <a:p>
            <a:pPr lvl="1"/>
            <a:r>
              <a:rPr lang="en-US" sz="2000" dirty="0"/>
              <a:t>Skills Audit</a:t>
            </a:r>
          </a:p>
          <a:p>
            <a:pPr lvl="1"/>
            <a:r>
              <a:rPr lang="en-US" sz="2000" dirty="0"/>
              <a:t>Career Development Plan</a:t>
            </a:r>
          </a:p>
          <a:p>
            <a:pPr lvl="1"/>
            <a:r>
              <a:rPr lang="en-US" sz="2000" dirty="0"/>
              <a:t>Professional CV</a:t>
            </a:r>
          </a:p>
          <a:p>
            <a:pPr lvl="1"/>
            <a:r>
              <a:rPr lang="en-US" sz="2000" dirty="0" err="1"/>
              <a:t>Labour</a:t>
            </a:r>
            <a:r>
              <a:rPr lang="en-US" sz="2000" dirty="0"/>
              <a:t>-market research </a:t>
            </a:r>
          </a:p>
          <a:p>
            <a:pPr lvl="1"/>
            <a:r>
              <a:rPr lang="en-US" sz="2000" dirty="0"/>
              <a:t>Presentation and interview skills</a:t>
            </a:r>
          </a:p>
          <a:p>
            <a:pPr marL="0" indent="0">
              <a:buNone/>
            </a:pPr>
            <a:r>
              <a:rPr lang="en-US" sz="2400" b="1" dirty="0"/>
              <a:t>Developmental journey:</a:t>
            </a:r>
          </a:p>
          <a:p>
            <a:pPr lvl="1"/>
            <a:r>
              <a:rPr lang="en-US" sz="2000" dirty="0"/>
              <a:t>Understand university life.</a:t>
            </a:r>
          </a:p>
          <a:p>
            <a:pPr lvl="1"/>
            <a:r>
              <a:rPr lang="en-US" sz="2000" dirty="0"/>
              <a:t>Understand how you learn.</a:t>
            </a:r>
          </a:p>
          <a:p>
            <a:pPr lvl="1"/>
            <a:r>
              <a:rPr lang="en-US" sz="2000" dirty="0"/>
              <a:t>Manage your time and responsibilities.</a:t>
            </a:r>
          </a:p>
          <a:p>
            <a:pPr lvl="1"/>
            <a:r>
              <a:rPr lang="en-US" sz="2000" dirty="0"/>
              <a:t>Identify your skills and career goals.</a:t>
            </a:r>
          </a:p>
          <a:p>
            <a:pPr lvl="1"/>
            <a:r>
              <a:rPr lang="en-US" sz="2000" dirty="0"/>
              <a:t>Learn how to research and write academically.</a:t>
            </a:r>
          </a:p>
          <a:p>
            <a:pPr lvl="1"/>
            <a:r>
              <a:rPr lang="en-US" sz="2000" dirty="0"/>
              <a:t>Develop teamwork and professional </a:t>
            </a:r>
            <a:r>
              <a:rPr lang="en-US" sz="2000" dirty="0" err="1"/>
              <a:t>skills.understand</a:t>
            </a:r>
            <a:r>
              <a:rPr lang="en-US" sz="2000" dirty="0"/>
              <a:t> ethics and professional responsibility.</a:t>
            </a:r>
          </a:p>
          <a:p>
            <a:pPr lvl="1"/>
            <a:r>
              <a:rPr lang="en-US" sz="2000" dirty="0"/>
              <a:t>Present your development and plan your next steps.</a:t>
            </a:r>
          </a:p>
          <a:p>
            <a:pPr marL="457200" lvl="1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12675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07576-1977-F5A0-C726-E2A6DE4C6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118"/>
            <a:ext cx="10515600" cy="1325563"/>
          </a:xfrm>
        </p:spPr>
        <p:txBody>
          <a:bodyPr/>
          <a:lstStyle/>
          <a:p>
            <a:r>
              <a:rPr lang="en-US" dirty="0"/>
              <a:t>What Students Will Learn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30E57-F3CA-05EC-1B4C-B7725FE905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9229" y="1314392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By the end of the module, you should be able to:</a:t>
            </a:r>
          </a:p>
          <a:p>
            <a:pPr lvl="1"/>
            <a:r>
              <a:rPr lang="en-US" dirty="0"/>
              <a:t>Understand university expectations and responsibilities</a:t>
            </a:r>
          </a:p>
          <a:p>
            <a:pPr lvl="1"/>
            <a:r>
              <a:rPr lang="en-US" dirty="0"/>
              <a:t>Use effective study and note-taking methods</a:t>
            </a:r>
          </a:p>
          <a:p>
            <a:pPr lvl="1"/>
            <a:r>
              <a:rPr lang="en-US" dirty="0"/>
              <a:t>Manage time and competing deadlines</a:t>
            </a:r>
          </a:p>
          <a:p>
            <a:pPr lvl="1"/>
            <a:r>
              <a:rPr lang="en-US" dirty="0"/>
              <a:t>Use the VLE and digital learning resources effectively</a:t>
            </a:r>
          </a:p>
          <a:p>
            <a:pPr lvl="1"/>
            <a:r>
              <a:rPr lang="en-US" dirty="0"/>
              <a:t>Identify your skills, strengths, and development needs</a:t>
            </a:r>
          </a:p>
          <a:p>
            <a:pPr lvl="1"/>
            <a:r>
              <a:rPr lang="en-US" dirty="0"/>
              <a:t>Set academic and career goals</a:t>
            </a:r>
          </a:p>
          <a:p>
            <a:pPr lvl="1"/>
            <a:r>
              <a:rPr lang="en-US" dirty="0"/>
              <a:t>Find and evaluate reliable information</a:t>
            </a:r>
          </a:p>
          <a:p>
            <a:pPr lvl="1"/>
            <a:r>
              <a:rPr lang="en-US" dirty="0"/>
              <a:t>Reference sources using Harvard conventions</a:t>
            </a:r>
          </a:p>
          <a:p>
            <a:pPr lvl="1"/>
            <a:r>
              <a:rPr lang="en-US" dirty="0"/>
              <a:t>Paraphrase and avoid plagiarism</a:t>
            </a:r>
          </a:p>
          <a:p>
            <a:pPr lvl="1"/>
            <a:r>
              <a:rPr lang="en-US" dirty="0"/>
              <a:t>Write formally and </a:t>
            </a:r>
            <a:r>
              <a:rPr lang="en-US" dirty="0" err="1"/>
              <a:t>reflectivelyWork</a:t>
            </a:r>
            <a:r>
              <a:rPr lang="en-US" dirty="0"/>
              <a:t> effectively in a group</a:t>
            </a:r>
          </a:p>
          <a:p>
            <a:pPr lvl="1"/>
            <a:r>
              <a:rPr lang="en-US" dirty="0"/>
              <a:t>Deliver a professional presentation</a:t>
            </a:r>
          </a:p>
          <a:p>
            <a:pPr lvl="1"/>
            <a:r>
              <a:rPr lang="en-US" dirty="0"/>
              <a:t>Understand commercial, ethical, legal, and professional responsibilities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4D0CB31-1EDA-3326-0C24-A71DE8394E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5474700"/>
              </p:ext>
            </p:extLst>
          </p:nvPr>
        </p:nvGraphicFramePr>
        <p:xfrm>
          <a:off x="1188720" y="5468144"/>
          <a:ext cx="10515600" cy="676275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41570075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2000" b="0" i="0" dirty="0">
                          <a:effectLst/>
                          <a:latin typeface="Segoe UI" panose="020B0502040204020203" pitchFamily="34" charset="0"/>
                        </a:rPr>
                        <a:t>Which of these skills do you already feel confident about?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9060726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1223766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8320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7BFED-45D1-BCBC-D502-A6F420202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Students Will Learn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0FAC0A-9490-046E-8874-9BC7FB8759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Determine academic, professional, or employability skill?</a:t>
            </a:r>
          </a:p>
          <a:p>
            <a:pPr lvl="1"/>
            <a:r>
              <a:rPr lang="en-US" dirty="0"/>
              <a:t>Harvard referencing</a:t>
            </a:r>
          </a:p>
          <a:p>
            <a:pPr lvl="1"/>
            <a:r>
              <a:rPr lang="en-US" dirty="0"/>
              <a:t>Meeting a deadline</a:t>
            </a:r>
          </a:p>
          <a:p>
            <a:pPr lvl="1"/>
            <a:r>
              <a:rPr lang="en-US" dirty="0"/>
              <a:t>Contributing to group work</a:t>
            </a:r>
          </a:p>
          <a:p>
            <a:pPr lvl="1"/>
            <a:r>
              <a:rPr lang="en-US" dirty="0"/>
              <a:t>Researching an employer</a:t>
            </a:r>
          </a:p>
          <a:p>
            <a:pPr lvl="1"/>
            <a:r>
              <a:rPr lang="en-US" dirty="0"/>
              <a:t>Protecting personal information</a:t>
            </a:r>
          </a:p>
          <a:p>
            <a:pPr lvl="1"/>
            <a:r>
              <a:rPr lang="en-US" dirty="0"/>
              <a:t>Delivering presentation</a:t>
            </a:r>
          </a:p>
        </p:txBody>
      </p:sp>
    </p:spTree>
    <p:extLst>
      <p:ext uri="{BB962C8B-B14F-4D97-AF65-F5344CB8AC3E}">
        <p14:creationId xmlns:p14="http://schemas.microsoft.com/office/powerpoint/2010/main" val="1777665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1" name="Rectangle 24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718276" y="729523"/>
            <a:ext cx="6858000" cy="5398953"/>
          </a:xfrm>
          <a:prstGeom prst="rect">
            <a:avLst/>
          </a:prstGeom>
          <a:ln>
            <a:noFill/>
          </a:ln>
          <a:effectLst>
            <a:outerShdw blurRad="419100" dist="152400" sx="94000" sy="94000" algn="l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D0CCEE-C67F-B343-A97D-FA5777558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85366"/>
            <a:ext cx="4069055" cy="2072853"/>
          </a:xfrm>
        </p:spPr>
        <p:txBody>
          <a:bodyPr anchor="t">
            <a:normAutofit/>
          </a:bodyPr>
          <a:lstStyle/>
          <a:p>
            <a:r>
              <a:rPr lang="en-US" sz="4000" dirty="0"/>
              <a:t>How Will the Module Be Assessed?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1FD111F-87E4-E7EB-F4C4-06780F368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079" y="2862028"/>
            <a:ext cx="3951289" cy="48403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F44A9-7348-3A60-F5B4-B8D0CE42D2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785366"/>
            <a:ext cx="5257797" cy="531063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300" b="1" dirty="0"/>
              <a:t>Assessment 1:</a:t>
            </a:r>
            <a:r>
              <a:rPr lang="en-US" sz="1300" dirty="0"/>
              <a:t> </a:t>
            </a:r>
            <a:r>
              <a:rPr lang="en-US" sz="1300" b="1" dirty="0"/>
              <a:t>Portfolio (70%)</a:t>
            </a:r>
          </a:p>
          <a:p>
            <a:pPr lvl="1"/>
            <a:r>
              <a:rPr lang="en-US" sz="1300" dirty="0"/>
              <a:t>Academic and Professional Development Portfolio</a:t>
            </a:r>
          </a:p>
          <a:p>
            <a:pPr lvl="1"/>
            <a:r>
              <a:rPr lang="en-US" sz="1300" dirty="0"/>
              <a:t>Proposed weighting: 70%</a:t>
            </a:r>
          </a:p>
          <a:p>
            <a:pPr lvl="1"/>
            <a:r>
              <a:rPr lang="en-US" sz="1300" dirty="0"/>
              <a:t>Individual submission</a:t>
            </a:r>
          </a:p>
          <a:p>
            <a:pPr lvl="1"/>
            <a:r>
              <a:rPr lang="en-US" sz="1300" dirty="0"/>
              <a:t>Proposed length: 750 to 1000 words</a:t>
            </a:r>
          </a:p>
          <a:p>
            <a:pPr lvl="1"/>
            <a:r>
              <a:rPr lang="en-US" sz="1300" dirty="0"/>
              <a:t>Harvard referencing</a:t>
            </a:r>
          </a:p>
          <a:p>
            <a:pPr lvl="1"/>
            <a:r>
              <a:rPr lang="en-US" sz="1300" dirty="0"/>
              <a:t>Submission: Week 7</a:t>
            </a:r>
          </a:p>
          <a:p>
            <a:r>
              <a:rPr lang="en-US" sz="1300" b="1" dirty="0"/>
              <a:t>Assessment 2: Presentation (20%)</a:t>
            </a:r>
          </a:p>
          <a:p>
            <a:pPr lvl="1"/>
            <a:r>
              <a:rPr lang="en-US" sz="1300" dirty="0"/>
              <a:t>Individual Presentation(5 Minutes)</a:t>
            </a:r>
          </a:p>
          <a:p>
            <a:pPr lvl="1"/>
            <a:r>
              <a:rPr lang="en-US" sz="1300" dirty="0"/>
              <a:t>Proposed weighting: 20%</a:t>
            </a:r>
          </a:p>
          <a:p>
            <a:pPr lvl="1"/>
            <a:r>
              <a:rPr lang="en-US" sz="1300" dirty="0"/>
              <a:t>Presentation: Week 8</a:t>
            </a:r>
          </a:p>
          <a:p>
            <a:pPr lvl="1"/>
            <a:r>
              <a:rPr lang="en-US" sz="1300" dirty="0"/>
              <a:t>Title: My Academic and Professional Development Journey</a:t>
            </a:r>
          </a:p>
          <a:p>
            <a:r>
              <a:rPr lang="en-US" sz="1300" b="1" dirty="0"/>
              <a:t>Assessment 3: Engagement and Participation (10%)</a:t>
            </a:r>
          </a:p>
          <a:p>
            <a:pPr lvl="1"/>
            <a:r>
              <a:rPr lang="en-US" sz="1300" dirty="0"/>
              <a:t>Weekly Activities and Participation</a:t>
            </a:r>
          </a:p>
          <a:p>
            <a:pPr lvl="1"/>
            <a:r>
              <a:rPr lang="en-US" sz="1300" dirty="0"/>
              <a:t>Proposed weighting: 10%</a:t>
            </a:r>
          </a:p>
          <a:p>
            <a:pPr lvl="1"/>
            <a:r>
              <a:rPr lang="en-US" sz="1300" dirty="0"/>
              <a:t>Practical activities</a:t>
            </a:r>
          </a:p>
          <a:p>
            <a:pPr lvl="1"/>
            <a:r>
              <a:rPr lang="en-US" sz="1300" dirty="0"/>
              <a:t>Group work</a:t>
            </a:r>
          </a:p>
          <a:p>
            <a:pPr lvl="1"/>
            <a:r>
              <a:rPr lang="en-US" sz="1300" dirty="0"/>
              <a:t>Reflection</a:t>
            </a:r>
          </a:p>
          <a:p>
            <a:pPr lvl="1"/>
            <a:r>
              <a:rPr lang="en-US" sz="1300" dirty="0"/>
              <a:t>Peer review</a:t>
            </a:r>
          </a:p>
          <a:p>
            <a:pPr lvl="1"/>
            <a:r>
              <a:rPr lang="en-US" sz="1300" dirty="0"/>
              <a:t>Portfolio progress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9CC961-6326-3CE7-BD09-3799F952B1EF}"/>
              </a:ext>
            </a:extLst>
          </p:cNvPr>
          <p:cNvSpPr txBox="1"/>
          <p:nvPr/>
        </p:nvSpPr>
        <p:spPr>
          <a:xfrm>
            <a:off x="857250" y="3810000"/>
            <a:ext cx="4114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Participation is not simply physical attendance.</a:t>
            </a:r>
          </a:p>
          <a:p>
            <a:r>
              <a:rPr lang="en-US" sz="1200" b="1" dirty="0"/>
              <a:t> It may include: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Preparation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Completion of activities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Contribution to discussions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Group participation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Response to feedback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Evidence of weekly progress</a:t>
            </a:r>
          </a:p>
        </p:txBody>
      </p:sp>
    </p:spTree>
    <p:extLst>
      <p:ext uri="{BB962C8B-B14F-4D97-AF65-F5344CB8AC3E}">
        <p14:creationId xmlns:p14="http://schemas.microsoft.com/office/powerpoint/2010/main" val="28088865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A06F7-C458-3539-9483-D0E96AD49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Portfolio, Presentation, and Weekly Engagement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354D53-3579-28E1-6156-97186ACB6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the Assessments Connect 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670C672-AD7F-44FB-D180-6C7A25885D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1508558"/>
              </p:ext>
            </p:extLst>
          </p:nvPr>
        </p:nvGraphicFramePr>
        <p:xfrm>
          <a:off x="838200" y="2438400"/>
          <a:ext cx="10515600" cy="406908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9862372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Weekly activities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You </a:t>
                      </a:r>
                      <a:r>
                        <a:rPr lang="en-US" sz="1050" b="0" i="0" dirty="0" err="1">
                          <a:effectLst/>
                          <a:latin typeface="Segoe UI" panose="020B0502040204020203" pitchFamily="34" charset="0"/>
                        </a:rPr>
                        <a:t>practise</a:t>
                      </a: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 a skill and create evidence.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↓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Portfolio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You select important evidence and reflect on your development.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↓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Presentation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You present the most important parts of your academic and professional journey.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13733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How Activities Become Portfolio Evidence 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Example 1: Independent Learning</a:t>
                      </a:r>
                      <a:endParaRPr lang="en-US" sz="1050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7684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Class Activity:</a:t>
                      </a:r>
                      <a:b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A student waits for reminders before starting every task. Is this independent learning?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Portfolio Evidence:</a:t>
                      </a:r>
                      <a:b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Notes from the discussion.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Main Report:</a:t>
                      </a:r>
                      <a:b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Explain what independent learning means and how you plan to become a more independent learner.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Presentation:</a:t>
                      </a:r>
                      <a:b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Mention independent learning as one area of personal development.</a:t>
                      </a:r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116960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16922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82012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CECB0-E9D6-B7BF-2185-B81D8821F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Activities Become Portfolio Evidence 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DE3BF09-3EED-F5B1-A886-448059C63E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9117274"/>
              </p:ext>
            </p:extLst>
          </p:nvPr>
        </p:nvGraphicFramePr>
        <p:xfrm>
          <a:off x="689610" y="1285240"/>
          <a:ext cx="10515600" cy="531114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8413605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Class Discussion</a:t>
                      </a:r>
                      <a:endParaRPr lang="en-US" sz="105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A student attends every lesson but never completes independent study.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Is attendance alone sufficient?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en-US" sz="105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Evidence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Your notes from the discussion.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sz="105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marL="0" indent="0" fontAlgn="t">
                        <a:lnSpc>
                          <a:spcPts val="15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Examples</a:t>
                      </a: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: </a:t>
                      </a:r>
                    </a:p>
                    <a:p>
                      <a:pPr marL="0" indent="0" fontAlgn="t">
                        <a:lnSpc>
                          <a:spcPts val="15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  Importance of independent learning</a:t>
                      </a:r>
                    </a:p>
                    <a:p>
                      <a:pPr marL="0" indent="0" fontAlgn="t">
                        <a:lnSpc>
                          <a:spcPts val="15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  Difference between attendance and engagement</a:t>
                      </a:r>
                    </a:p>
                    <a:p>
                      <a:pPr marL="0" indent="0" fontAlgn="t">
                        <a:lnSpc>
                          <a:spcPts val="15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  Personal action points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86270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Reflection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Explain: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What the activity was about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What you learned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Why it is important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How it relates to your own </a:t>
                      </a:r>
                      <a:r>
                        <a:rPr lang="en-US" sz="1050" b="0" i="0" dirty="0" err="1">
                          <a:effectLst/>
                          <a:latin typeface="Segoe UI" panose="020B0502040204020203" pitchFamily="34" charset="0"/>
                        </a:rPr>
                        <a:t>behaviour</a:t>
                      </a:r>
                      <a:endParaRPr lang="en-US" sz="105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What you will do differently</a:t>
                      </a:r>
                      <a:b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</a:br>
                      <a:endParaRPr lang="en-US" sz="105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Portfolio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Write about: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Academic responsibilities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Independent learning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Attendance and engagement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Personal goals for improvement</a:t>
                      </a:r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670576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62275415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BCD04899-897A-CD4F-DCB7-7FB706F073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610" y="6205821"/>
            <a:ext cx="4218036" cy="381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300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3EB50-708F-63D8-A3A5-BA5B43EB5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0" y="170815"/>
            <a:ext cx="10515600" cy="1325563"/>
          </a:xfrm>
        </p:spPr>
        <p:txBody>
          <a:bodyPr/>
          <a:lstStyle/>
          <a:p>
            <a:r>
              <a:rPr lang="en-US" dirty="0"/>
              <a:t>Portfolio-Building Process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DD819CD-2BA5-C1B6-DFA5-6E24976DF3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0139654"/>
              </p:ext>
            </p:extLst>
          </p:nvPr>
        </p:nvGraphicFramePr>
        <p:xfrm>
          <a:off x="838200" y="1578134"/>
          <a:ext cx="10515600" cy="36957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41364217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Build the Portfolio Every Week</a:t>
                      </a:r>
                      <a:endParaRPr lang="en-US" sz="105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Week 1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Academic Reflection and Academic Success Plan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Week 2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Learning and Study Skills Analysis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Week 3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Time Management, Skills Audit, Career Plan, and CV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Week 4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Professional Identity and Bloom’s Taxonomy Reflection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Week 5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Research, Information Literacy, Referencing, and Paraphrasing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Week 6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Academic Writing, Group Work, and Commercial Awareness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Week 7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Ethics, Legislation, Conclusion, and Final Submission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Week 8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Individual Presentation and Career Readiness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6062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Do not wait until Week 7. Update your portfolio every week.</a:t>
                      </a:r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5646033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51747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97C2F-5E7D-1A9E-9F49-C15864D87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Portfolio-Building Process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963A58C-9098-DEB0-519F-227E5656A3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9593328"/>
              </p:ext>
            </p:extLst>
          </p:nvPr>
        </p:nvGraphicFramePr>
        <p:xfrm>
          <a:off x="716280" y="1623854"/>
          <a:ext cx="10515600" cy="40767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41516005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model portfolio: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Some work belongs in the main report.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Supporting materials belong in appendices.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Students should select relevant evidence.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Students should refer to appendices from the main report.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The main portfolio should remain within the approved word limit.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Students should not submit every worksheet without explanation.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6024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Example 1  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In the main report: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My Academic Success Plan helped me identify three SMART goals related to attendance, study habits and career development (Appendix A).</a:t>
                      </a:r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85889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At the back of the portfolio: 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Appendix A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Academic Success Plan</a:t>
                      </a:r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2854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Example 2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In the main report: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My Learning Style Questionnaire showed a stronger preference for visual and read/write learning approaches (Appendix B).</a:t>
                      </a:r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32957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At the back of the portfolio: 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Appendix B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Learning Style Questionnaire Results</a:t>
                      </a:r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38397964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EB2947A-17E3-2434-20D4-D4A37E3820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1826472"/>
              </p:ext>
            </p:extLst>
          </p:nvPr>
        </p:nvGraphicFramePr>
        <p:xfrm>
          <a:off x="681990" y="5802630"/>
          <a:ext cx="10515600" cy="10287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0421064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The main report tells the story.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The appendices provide proof.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If you make a claim in the report, show the reader where the evidence can be found.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24667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9709516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33370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9CFB7-BAFE-F281-3F61-BBE4711FC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School Learning Versus University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5C089-60E0-3A8D-EB6F-8F98B97301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Is University Learning Different?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204ABB5-7947-C025-2A98-ECCD8CB1A2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643858"/>
              </p:ext>
            </p:extLst>
          </p:nvPr>
        </p:nvGraphicFramePr>
        <p:xfrm>
          <a:off x="838200" y="2495218"/>
          <a:ext cx="10515600" cy="3419475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66817557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5196206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School learning</a:t>
                      </a:r>
                    </a:p>
                  </a:txBody>
                  <a:tcPr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University learning</a:t>
                      </a:r>
                    </a:p>
                  </a:txBody>
                  <a:tcPr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96041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Frequent reminders</a:t>
                      </a:r>
                    </a:p>
                  </a:txBody>
                  <a:tcPr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Greater personal responsibility</a:t>
                      </a:r>
                    </a:p>
                  </a:txBody>
                  <a:tcPr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9782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Teacher-directed activity</a:t>
                      </a:r>
                    </a:p>
                  </a:txBody>
                  <a:tcPr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More independent learning</a:t>
                      </a:r>
                    </a:p>
                  </a:txBody>
                  <a:tcPr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7695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Closely monitored progress</a:t>
                      </a:r>
                    </a:p>
                  </a:txBody>
                  <a:tcPr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Self-monitoring</a:t>
                      </a:r>
                    </a:p>
                  </a:txBody>
                  <a:tcPr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67767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Shorter and more frequent tasks</a:t>
                      </a:r>
                    </a:p>
                  </a:txBody>
                  <a:tcPr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Longer and more complex assessments</a:t>
                      </a:r>
                    </a:p>
                  </a:txBody>
                  <a:tcPr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31220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Limited source use</a:t>
                      </a:r>
                    </a:p>
                  </a:txBody>
                  <a:tcPr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Research and referencing expected</a:t>
                      </a:r>
                    </a:p>
                  </a:txBody>
                  <a:tcPr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16930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Information may be provided directly</a:t>
                      </a:r>
                    </a:p>
                  </a:txBody>
                  <a:tcPr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Students locate and evaluate information</a:t>
                      </a:r>
                    </a:p>
                  </a:txBody>
                  <a:tcPr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91803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Feedback may be highly directed</a:t>
                      </a:r>
                    </a:p>
                  </a:txBody>
                  <a:tcPr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Students must interpret and apply feedback</a:t>
                      </a:r>
                    </a:p>
                  </a:txBody>
                  <a:tcPr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51556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Focus on remembering</a:t>
                      </a:r>
                    </a:p>
                  </a:txBody>
                  <a:tcPr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dirty="0">
                          <a:effectLst/>
                        </a:rPr>
                        <a:t>Greater focus on applying, </a:t>
                      </a:r>
                      <a:r>
                        <a:rPr lang="en-US" dirty="0" err="1">
                          <a:effectLst/>
                        </a:rPr>
                        <a:t>analysing</a:t>
                      </a:r>
                      <a:r>
                        <a:rPr lang="en-US" dirty="0">
                          <a:effectLst/>
                        </a:rPr>
                        <a:t>, evaluating, and creating</a:t>
                      </a:r>
                      <a:endParaRPr lang="en-US" sz="1050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 anchor="ctr"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03757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32510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99CDC-86F5-C748-27AD-7590799F5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A8419F6-B918-44D6-0015-C7147BF105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4110141"/>
              </p:ext>
            </p:extLst>
          </p:nvPr>
        </p:nvGraphicFramePr>
        <p:xfrm>
          <a:off x="727668" y="1940335"/>
          <a:ext cx="10515600" cy="16002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2669368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 University learning does not mean students receive no support. It means students are expected to use </a:t>
                      </a: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support responsibly.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Examples: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A lecturer may explain the assignment, but the student must read the brief.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The VLE may contain resources, but the student must access them.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Feedback may identify a weakness, but the student must act on it.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A deadline may be published once, but the student must manage it.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847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Which difference between school and university learning may be most challenging for you, and why?</a:t>
                      </a:r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615537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88422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66021-99DA-46DB-1E5D-119B23F08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Independent Learning?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0D8B1BF-E873-1B72-736C-FAC727C53C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9464149"/>
              </p:ext>
            </p:extLst>
          </p:nvPr>
        </p:nvGraphicFramePr>
        <p:xfrm>
          <a:off x="746125" y="1867694"/>
          <a:ext cx="10515600" cy="48234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298363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Independent Learning Does Not Mean Learning Alone</a:t>
                      </a:r>
                      <a:endParaRPr lang="en-US" sz="105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Independent learning means: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Preparing before class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Participating actively during class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Reviewing learning after class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Managing time and deadlines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Reading beyond the minimum material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Identifying gaps in understanding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Asking questions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Seeking appropriate support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Using feedback to improve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Monitoring personal progress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Changing an ineffective study strategy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It does not mean: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Refusing support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Learning without guidance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Working in isolation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Ignoring collaborative activities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Completing everything without feedback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930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Independent learning is taking ownership of your learning. Asking for help at the correct time is part of independence, not evidence of failure.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en-US" sz="1050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70883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A student attends every class but completes no preparation, revision, or independent study. Is attendance alone enough?</a:t>
                      </a:r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3319391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71182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016E0-28F2-C2C7-DDE2-F9A2B23BD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Student Responsibilities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1C52C55-0694-557C-C13F-2FB4D87E35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1592291"/>
              </p:ext>
            </p:extLst>
          </p:nvPr>
        </p:nvGraphicFramePr>
        <p:xfrm>
          <a:off x="838200" y="1581150"/>
          <a:ext cx="10652760" cy="3695700"/>
        </p:xfrm>
        <a:graphic>
          <a:graphicData uri="http://schemas.openxmlformats.org/drawingml/2006/table">
            <a:tbl>
              <a:tblPr/>
              <a:tblGrid>
                <a:gridCol w="10652760">
                  <a:extLst>
                    <a:ext uri="{9D8B030D-6E8A-4147-A177-3AD203B41FA5}">
                      <a16:colId xmlns:a16="http://schemas.microsoft.com/office/drawing/2014/main" val="1918281886"/>
                    </a:ext>
                  </a:extLst>
                </a:gridCol>
              </a:tblGrid>
              <a:tr h="3299044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Your Responsibilities as a University Student</a:t>
                      </a:r>
                      <a:endParaRPr lang="en-US" sz="105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Students are responsible for: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Attending scheduled sessions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Arriving on time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Preparing for lessons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Participating appropriately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Checking email and VLE announcements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Reading assessment instructions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Managing deadlines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Completing independent study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Keeping work and </a:t>
                      </a:r>
                      <a:r>
                        <a:rPr lang="en-US" sz="1050" b="0" i="0">
                          <a:effectLst/>
                          <a:latin typeface="Segoe UI" panose="020B0502040204020203" pitchFamily="34" charset="0"/>
                        </a:rPr>
                        <a:t>accounts secure</a:t>
                      </a:r>
                      <a:endParaRPr lang="en-US" sz="105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Following the AUP and Code of Conduct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Producing honest, original work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Referencing sources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Communicating respectfully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Asking for support when needed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Using feedback to improve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9462666"/>
                  </a:ext>
                </a:extLst>
              </a:tr>
              <a:tr h="36236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065528968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FA5D2D1F-8148-18BA-5D2C-5136358BE28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69758323"/>
              </p:ext>
            </p:extLst>
          </p:nvPr>
        </p:nvGraphicFramePr>
        <p:xfrm>
          <a:off x="811530" y="4930774"/>
          <a:ext cx="10679430" cy="1600200"/>
        </p:xfrm>
        <a:graphic>
          <a:graphicData uri="http://schemas.openxmlformats.org/drawingml/2006/table">
            <a:tbl>
              <a:tblPr/>
              <a:tblGrid>
                <a:gridCol w="10679430">
                  <a:extLst>
                    <a:ext uri="{9D8B030D-6E8A-4147-A177-3AD203B41FA5}">
                      <a16:colId xmlns:a16="http://schemas.microsoft.com/office/drawing/2014/main" val="3381601654"/>
                    </a:ext>
                  </a:extLst>
                </a:gridCol>
              </a:tblGrid>
              <a:tr h="1214356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Responsibility includes both actions and decisions.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Examples: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Choosing to check the VLE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Choosing to begin work early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Choosing not to share a password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 err="1">
                          <a:effectLst/>
                          <a:latin typeface="Segoe UI" panose="020B0502040204020203" pitchFamily="34" charset="0"/>
                        </a:rPr>
                        <a:t>RChoosing</a:t>
                      </a: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 to communicate early when a problem occurs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0336473"/>
                  </a:ext>
                </a:extLst>
              </a:tr>
              <a:tr h="359809">
                <a:tc>
                  <a:txBody>
                    <a:bodyPr/>
                    <a:lstStyle/>
                    <a:p>
                      <a:r>
                        <a:rPr lang="en-US" dirty="0"/>
                        <a:t>Which three responsibilities will have the greatest effect on academic success?</a:t>
                      </a:r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2131785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52345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AB38F-5012-796A-AFEA-968314022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Lecturer and Institutional Responsibilities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5284E01-67C8-2F81-EA90-F3C4A6CF7F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2457558"/>
              </p:ext>
            </p:extLst>
          </p:nvPr>
        </p:nvGraphicFramePr>
        <p:xfrm>
          <a:off x="838200" y="1867694"/>
          <a:ext cx="10515600" cy="42672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3299528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What Can You Expect from the Lecturer and College?</a:t>
                      </a:r>
                      <a:endParaRPr lang="en-US" sz="105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Lecturer responsibilities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Provide clear teaching and guidance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Explain learning activities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Communicate assessment requirements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Provide constructive feedback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Treat students fairly and respectfully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Direct students to appropriate support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Maintain professional boundaries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Encourage participation and independent learning</a:t>
                      </a:r>
                    </a:p>
                    <a:p>
                      <a:pPr marL="0" lvl="0" indent="0" fontAlgn="t">
                        <a:lnSpc>
                          <a:spcPts val="1500"/>
                        </a:lnSpc>
                        <a:buFont typeface="Arial" panose="020B0604020202020204" pitchFamily="34" charset="0"/>
                        <a:buNone/>
                      </a:pPr>
                      <a:endParaRPr lang="en-US" sz="105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Institutional responsibilities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Provide learning resources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Provide access to the VLE and library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Publish regulations and policies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Provide academic and student support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Provide IT support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Provide careers guidance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Support accessibility and inclusion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Provide appropriate assessment and feedback processes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272985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345295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71950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958F8-25C1-2D45-D9C8-9D2950BF3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Student Responsibilities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8850A55-742A-D8B7-572E-A3FC5F07A4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7039181"/>
              </p:ext>
            </p:extLst>
          </p:nvPr>
        </p:nvGraphicFramePr>
        <p:xfrm>
          <a:off x="838200" y="1825625"/>
          <a:ext cx="10515600" cy="400558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510140248"/>
                    </a:ext>
                  </a:extLst>
                </a:gridCol>
              </a:tblGrid>
              <a:tr h="221488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Explain the difference between support and substitution.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A lecturer can: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Clarify an assessment requirement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Give feedback on a draft within approved rules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Demonstrate referencing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Direct students to support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A lecturer should not: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Complete the student’s assignment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Rewrite the entire submission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Provide answers during an assessment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Ignore academic-integrity concerns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0200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What should a student do if the student does not understand an assessment requirement?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Expected answers: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Read the brief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Check the VLE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Ask the lecturer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Use academic support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Ask before the deadline</a:t>
                      </a:r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7596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0483897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22653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FDFB7-C7AB-865E-F94A-0D27C8C6A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1295"/>
            <a:ext cx="10515600" cy="1325563"/>
          </a:xfrm>
        </p:spPr>
        <p:txBody>
          <a:bodyPr/>
          <a:lstStyle/>
          <a:p>
            <a:r>
              <a:rPr lang="en-US" dirty="0"/>
              <a:t>Attendance, Engagement, and Punctuality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50A639D-031F-6B58-B3D3-008734A863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0620509"/>
              </p:ext>
            </p:extLst>
          </p:nvPr>
        </p:nvGraphicFramePr>
        <p:xfrm>
          <a:off x="838200" y="1440974"/>
          <a:ext cx="10515600" cy="44577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7010285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Being Present Is Not the Same as Being Engaged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en-US" sz="105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Attendance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Being present for scheduled learning.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en-US" sz="105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Punctuality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Arriving prepared and on time.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en-US" sz="105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Engagement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Actively taking part in learning.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en-US" sz="105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Engagement may include: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Listening actively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Taking meaningful notes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Asking relevant questions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Completing practical activities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Contributing to group work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Reviewing resources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Using feedback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Updating the portfolio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Completing independent study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356715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1740672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27962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9CED4-A302-EAB5-02CA-CAA516670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Attendance, Engagement, and Punctuality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328A5BA-B02C-0792-DFCE-3E331564A3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008587"/>
              </p:ext>
            </p:extLst>
          </p:nvPr>
        </p:nvGraphicFramePr>
        <p:xfrm>
          <a:off x="548640" y="1978660"/>
          <a:ext cx="10515600" cy="320802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21594654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Difference between: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Physically present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The student is in the classroom but does not participate or complete activities.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en-US" sz="105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Academically engaged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The student listens, contributes, </a:t>
                      </a:r>
                      <a:r>
                        <a:rPr lang="en-US" sz="1050" b="0" i="0" dirty="0" err="1">
                          <a:effectLst/>
                          <a:latin typeface="Segoe UI" panose="020B0502040204020203" pitchFamily="34" charset="0"/>
                        </a:rPr>
                        <a:t>practises</a:t>
                      </a: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, reflects, and responds to feedback.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en-US" sz="105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Explain how lateness can affect: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The late student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The lecturer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Other students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Group activities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Assessment preparation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41550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A student attends every lesson but spends most of the time using a phone for unrelated activities. Has the student demonstrated effective engagement?</a:t>
                      </a:r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7285239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97862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4A7FC-80BA-664B-5568-A7580FB61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Are You Here?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5156EAD-4816-D0D6-5863-7CCBFF0758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94738102"/>
              </p:ext>
            </p:extLst>
          </p:nvPr>
        </p:nvGraphicFramePr>
        <p:xfrm>
          <a:off x="838200" y="1622161"/>
          <a:ext cx="10515600" cy="42672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2280283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Why Are You Here?</a:t>
                      </a:r>
                      <a:endParaRPr lang="en-US" sz="105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Consider the following: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Why did I choose Foundation Computing?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What interests me about computing?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What do I want to achieve this year?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Which degree or career may I pursue?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Which skills do I already have?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Which skills require development?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What challenges may affect my progress?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What support may I need?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What responsibilities am I prepared to accept?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sz="105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Individual reflection activity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Complete these statements: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+mj-lt"/>
                        <a:buAutoNum type="arabicPeriod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I joined this </a:t>
                      </a:r>
                      <a:r>
                        <a:rPr lang="en-US" sz="1050" b="0" i="0" dirty="0" err="1">
                          <a:effectLst/>
                          <a:latin typeface="Segoe UI" panose="020B0502040204020203" pitchFamily="34" charset="0"/>
                        </a:rPr>
                        <a:t>programme</a:t>
                      </a: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 because...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+mj-lt"/>
                        <a:buAutoNum type="arabicPeriod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At the end of this </a:t>
                      </a:r>
                      <a:r>
                        <a:rPr lang="en-US" sz="1050" b="0" i="0" dirty="0" err="1">
                          <a:effectLst/>
                          <a:latin typeface="Segoe UI" panose="020B0502040204020203" pitchFamily="34" charset="0"/>
                        </a:rPr>
                        <a:t>programme</a:t>
                      </a: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, I want to...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+mj-lt"/>
                        <a:buAutoNum type="arabicPeriod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My current strength is...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+mj-lt"/>
                        <a:buAutoNum type="arabicPeriod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The skill I most need to improve is...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+mj-lt"/>
                        <a:buAutoNum type="arabicPeriod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One challenge I expect is...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+mj-lt"/>
                        <a:buAutoNum type="arabicPeriod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I will respond to this challenge by...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7869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7802194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6145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C6878-9D79-4E58-19A0-02D3F8139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Are You Here?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D5BA1E6-C24C-4A85-42FE-7FAF26191E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2044214"/>
              </p:ext>
            </p:extLst>
          </p:nvPr>
        </p:nvGraphicFramePr>
        <p:xfrm>
          <a:off x="781050" y="1833404"/>
          <a:ext cx="10515600" cy="27432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34893673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There is no single correct career aspiration.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Students may be interested in: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Software development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Web development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Cybersecurity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Data analysis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Networking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Cloud computing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User experience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Project management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Further academic study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The objective is to begin purposeful reflection.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410259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4509799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83752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95CEA-8493-2AC6-A048-2279F6C0A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011" y="30898"/>
            <a:ext cx="10515600" cy="1325563"/>
          </a:xfrm>
        </p:spPr>
        <p:txBody>
          <a:bodyPr/>
          <a:lstStyle/>
          <a:p>
            <a:r>
              <a:rPr lang="en-US" dirty="0"/>
              <a:t>Academic and Career Goal Examples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ECE10DE-7E9F-21E8-DB37-4F563C9C1A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8837707"/>
              </p:ext>
            </p:extLst>
          </p:nvPr>
        </p:nvGraphicFramePr>
        <p:xfrm>
          <a:off x="780011" y="1066901"/>
          <a:ext cx="10515600" cy="550164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39309535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Weak academic goal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I will improve my studies.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Stronger academic goal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For the next four weeks, I will complete two 45-minute independent-study sessions each week and record the topics covered.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Weak career goal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I want a good computing job.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Stronger career goal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By the end of Week 3, I will research three junior software-development roles and identify the five most frequently requested skills.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Weak writing goal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I will become better at writing.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1" i="0" dirty="0">
                          <a:effectLst/>
                          <a:latin typeface="Segoe UI" panose="020B0502040204020203" pitchFamily="34" charset="0"/>
                        </a:rPr>
                        <a:t>Stronger writing goal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Each week, I will revise one portfolio paragraph using lecturer or peer feedback and record the improvement made.</a:t>
                      </a:r>
                    </a:p>
                  </a:txBody>
                  <a:tcPr>
                    <a:lnL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15046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Introduce the idea that effective goals should be: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Clear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Measurable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Realistic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Relevant</a:t>
                      </a:r>
                    </a:p>
                    <a:p>
                      <a:pPr marL="342900" lvl="0" indent="-34290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Time-bound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SMART goals will be taught in more detail on Day 3.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Pair activity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Students improve one weak goal: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I will study harder.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I will improve my communication.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I will manage time better.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I will learn programming.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1050" b="0" i="0" dirty="0">
                          <a:effectLst/>
                          <a:latin typeface="Segoe UI" panose="020B0502040204020203" pitchFamily="34" charset="0"/>
                        </a:rPr>
                        <a:t>Pairs read one improved goal to the class.</a:t>
                      </a:r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457332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550265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12434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34c330b-3c51-42a1-b13e-90ea1ac015c2}" enabled="1" method="Privileged" siteId="{3b07dc1f-22e7-4be1-ac66-a88bf3550222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504</TotalTime>
  <Words>2134</Words>
  <Application>Microsoft Office PowerPoint</Application>
  <PresentationFormat>Widescreen</PresentationFormat>
  <Paragraphs>403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Aptos</vt:lpstr>
      <vt:lpstr>Aptos Display</vt:lpstr>
      <vt:lpstr>Arial</vt:lpstr>
      <vt:lpstr>Calibri</vt:lpstr>
      <vt:lpstr>Segoe UI</vt:lpstr>
      <vt:lpstr>Office Theme</vt:lpstr>
      <vt:lpstr>CIS092-1 Fundamentals of Study and Employability</vt:lpstr>
      <vt:lpstr>Session Learning Outcomes</vt:lpstr>
      <vt:lpstr>Roadmap</vt:lpstr>
      <vt:lpstr>Module Purpose and Learning Journey</vt:lpstr>
      <vt:lpstr>What Is This Module About?</vt:lpstr>
      <vt:lpstr>What Is This Module About?</vt:lpstr>
      <vt:lpstr>What Students Will Learn</vt:lpstr>
      <vt:lpstr>What Students Will Learn</vt:lpstr>
      <vt:lpstr>How Will the Module Be Assessed?</vt:lpstr>
      <vt:lpstr>Portfolio, Presentation, and Weekly Engagement </vt:lpstr>
      <vt:lpstr>How Activities Become Portfolio Evidence  </vt:lpstr>
      <vt:lpstr>Portfolio-Building Process</vt:lpstr>
      <vt:lpstr>Portfolio-Building Process</vt:lpstr>
      <vt:lpstr>School Learning Versus University Learning</vt:lpstr>
      <vt:lpstr>PowerPoint Presentation</vt:lpstr>
      <vt:lpstr>What Is Independent Learning?</vt:lpstr>
      <vt:lpstr>Student Responsibilities</vt:lpstr>
      <vt:lpstr>Lecturer and Institutional Responsibilities</vt:lpstr>
      <vt:lpstr>Student Responsibilities</vt:lpstr>
      <vt:lpstr>Attendance, Engagement, and Punctuality</vt:lpstr>
      <vt:lpstr>Attendance, Engagement, and Punctuality</vt:lpstr>
      <vt:lpstr>Why Are You Here?</vt:lpstr>
      <vt:lpstr>Why Are You Here?</vt:lpstr>
      <vt:lpstr>Academic and Career Goal Examples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Rai, Upama</dc:creator>
  <cp:lastModifiedBy>Rai, Upama</cp:lastModifiedBy>
  <cp:revision>2</cp:revision>
  <dcterms:created xsi:type="dcterms:W3CDTF">2026-09-09T18:11:44Z</dcterms:created>
  <dcterms:modified xsi:type="dcterms:W3CDTF">2026-09-21T16:07:53Z</dcterms:modified>
</cp:coreProperties>
</file>